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212080"/>
            <a:ext cx="12192000" cy="1737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1208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9728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1A2E"/>
                </a:solidFill>
                <a:latin typeface="Arial"/>
              </a:defRPr>
            </a:pPr>
            <a:r>
              <a:t>2026 推广年中会议汇报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Arial"/>
              </a:defRPr>
            </a:pPr>
            <a:r>
              <a:t>E-commerce Promotion Mid-Year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14600"/>
            <a:ext cx="4572000" cy="127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75169"/>
                </a:solidFill>
                <a:latin typeface="Arial"/>
              </a:defRPr>
            </a:pPr>
            <a:r>
              <a:t>H1 平台复盘 / H2 三大规划 / 组织升级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BD5F0"/>
                </a:solidFill>
                <a:latin typeface="Arial"/>
              </a:defRPr>
            </a:pPr>
            <a:r>
              <a:t>汇报时间：2026.07.23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2356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BD5F0"/>
                </a:solidFill>
                <a:latin typeface="Arial"/>
              </a:defRPr>
            </a:pPr>
            <a:r>
              <a:t>部门：电商推广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4406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D00"/>
                </a:solidFill>
                <a:latin typeface="Arial"/>
              </a:defRPr>
            </a:pPr>
            <a:r>
              <a:t>从投放执行到增长经营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1752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BEFF5"/>
                </a:solidFill>
                <a:latin typeface="Arial"/>
              </a:defRPr>
            </a:pPr>
            <a:r>
              <a:t>H1→H2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汇报结构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097280"/>
            <a:ext cx="32461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097280"/>
            <a:ext cx="324612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040" y="1249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565C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9400" y="1249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Arial"/>
              </a:defRPr>
            </a:pPr>
            <a:r>
              <a:t>上半年复盘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040" y="1706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先看平台内各店铺同比、环比表现，明确主力店铺与补充店铺的角色。</a:t>
            </a:r>
            <a:br/>
            <a:r>
              <a:t>重点拆解天猫旗舰店和京东自营的效率矛盾与优化方向。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097280"/>
            <a:ext cx="32461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324612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5480" y="1249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9840" y="1249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Arial"/>
              </a:defRPr>
            </a:pPr>
            <a:r>
              <a:t>下半年规划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5480" y="1706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围绕商品分层、品类增长和渠道策略，形成可执行的投放打法。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097280"/>
            <a:ext cx="32461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097280"/>
            <a:ext cx="32461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5920" y="1249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3AE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0280" y="1249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Arial"/>
              </a:defRPr>
            </a:pPr>
            <a:r>
              <a:t>组织升级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5920" y="1706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通过成员能力建设、协同机制和 AI 工具化，降低对个人经验的依赖。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063240"/>
            <a:ext cx="10515600" cy="777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0440" y="31902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汇报主线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19024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1A2E"/>
                </a:solidFill>
                <a:latin typeface="Arial"/>
              </a:defRPr>
            </a:pPr>
            <a:r>
              <a:t>从上半年平台与店铺表现出发，识别增长效率和费用节奏问题；下半年通过商品分层、品类协同和渠道差异化策略，推动推广从执行动作升级为增长经营能力。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685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0" b="1">
                <a:solidFill>
                  <a:srgbClr val="EBEFF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上半年复盘 01：天猫店铺表现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最新数据源 / ROI 用同比、环比百分比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天猫板块以旗舰店为核心展开：常规复盘去掉销售指标，聚焦消耗节奏、ROI变化、费比变化和流量效率；仅在旗舰店 Q2 补充销售增长，用于说明平台联合高费比投入的阶段效果。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935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565C0"/>
                </a:solidFill>
                <a:latin typeface="Arial"/>
              </a:defRPr>
            </a:pPr>
            <a:r>
              <a:t>天猫旗舰店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4173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518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18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+30.3%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1340" y="14173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6484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484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C2626"/>
                </a:solidFill>
                <a:latin typeface="Arial"/>
              </a:defRPr>
            </a:pPr>
            <a:r>
              <a:t>-0.8%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0" y="14173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450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450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+39.3%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80660" y="14173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416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416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+10.4%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0320" y="14173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382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382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+2.6pt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9980" y="14173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348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348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-0.9pt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14173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1314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14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-27.9%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39300" y="14173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0280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280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+15.5%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2035048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4A3B8"/>
                </a:solidFill>
                <a:latin typeface="Arial"/>
              </a:defRPr>
            </a:pPr>
            <a:r>
              <a:t>重点店铺：突出 2026H1 推广优化效果；销售指标只在天猫旗舰店 Q2 联合投放情境中补充。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23622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897B"/>
                </a:solidFill>
                <a:latin typeface="Arial"/>
              </a:defRPr>
            </a:pPr>
            <a:r>
              <a:t>天猫数码旗舰店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11680" y="228600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75180" y="23241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75180" y="24511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1340" y="228600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64840" y="23241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64840" y="24511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91000" y="228600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4500" y="23241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4500" y="24511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80660" y="228600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4160" y="23241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4160" y="24511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70320" y="228600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33820" y="23241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33820" y="24511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9980" y="228600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23480" y="23241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23480" y="24511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49640" y="228600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13140" y="23241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3140" y="24511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39300" y="228600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02800" y="23241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02800" y="24511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" y="3063240"/>
            <a:ext cx="329184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7240" y="3063240"/>
            <a:ext cx="329184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4240" y="319024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565C0"/>
                </a:solidFill>
                <a:latin typeface="Arial"/>
              </a:defRPr>
            </a:pPr>
            <a:r>
              <a:t>优化效果：H1 环比修复明确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4240" y="3418840"/>
            <a:ext cx="3037840" cy="7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ROI 环比 +10.4%，费比环比 -0.9pt，说明相较 2025H2，旗舰店推广效率明显改善。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51960" y="3063240"/>
            <a:ext cx="329184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51960" y="306324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78960" y="319024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ROI环比 +10.4% / 费比环比 -0.9pt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8960" y="3418840"/>
            <a:ext cx="3037840" cy="7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2026H1 vs 2025H2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同销售费比下降，效率修复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818120" y="3063240"/>
            <a:ext cx="329184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818120" y="306324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45120" y="319024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仅保留销售指标：旗舰店 Q2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45120" y="3418840"/>
            <a:ext cx="3037840" cy="7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2026 Q2 销售同比 +9.6%，环比 +24.4%。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说明：仅在旗舰店 Q2 补充销售增长指标，其余均聚焦消耗节奏和 ROI 变化。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7240" y="4526280"/>
            <a:ext cx="105156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7240" y="4526280"/>
            <a:ext cx="10515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4240" y="4653280"/>
            <a:ext cx="10261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565C0"/>
                </a:solidFill>
                <a:latin typeface="Arial"/>
              </a:defRPr>
            </a:pPr>
            <a:r>
              <a:t>天猫结论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4240" y="4881880"/>
            <a:ext cx="10261600" cy="71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旗舰店是主线，讲清"Q2 销售增长明显，同时 H1 ROI 环比提升、费比环比下降"；数码旗舰店只作为新起盘补充，不展开。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685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0" b="1">
                <a:solidFill>
                  <a:srgbClr val="EBEFF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上半年复盘 02：京东店铺表现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最新数据源 / ROI 用同比、环比百分比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京东板块以自营店铺为核心展开：常规复盘去掉销售指标，聚焦消耗收缩、ROI修复、费比下降和流量效率；POP、Mr.Green 自营作为小店补充。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81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565C0"/>
                </a:solidFill>
                <a:latin typeface="Arial"/>
              </a:defRPr>
            </a:pPr>
            <a:r>
              <a:t>京东自营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417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518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18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-13.2%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1340" y="1417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6484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484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C2626"/>
                </a:solidFill>
                <a:latin typeface="Arial"/>
              </a:defRPr>
            </a:pPr>
            <a:r>
              <a:t>-15.8%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0" y="1417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450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450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+25.3%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80660" y="1417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416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416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+36.4%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0320" y="1417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382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382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+0.3pt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9980" y="1417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348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348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-1.0pt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1417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1314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14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-15.4%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39300" y="1417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0280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280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+11.4%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2057400"/>
            <a:ext cx="10058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4A3B8"/>
                </a:solidFill>
                <a:latin typeface="Arial"/>
              </a:defRPr>
            </a:pPr>
            <a:r>
              <a:t>重点店铺：突出 2026H1 推广优化效果；销售指标只在天猫旗舰店 Q2 联合投放情境中补充。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23825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897B"/>
                </a:solidFill>
                <a:latin typeface="Arial"/>
              </a:defRPr>
            </a:pPr>
            <a:r>
              <a:t>京东POP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11680" y="233172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7518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7518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+3.2%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1340" y="233172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6484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6484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C2626"/>
                </a:solidFill>
                <a:latin typeface="Arial"/>
              </a:defRPr>
            </a:pPr>
            <a:r>
              <a:t>-10.8%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91000" y="233172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450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450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+26.3%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80660" y="233172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416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416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+35.1%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70320" y="233172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3382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3382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+0.1pt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9980" y="233172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2348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2348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-0.6pt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49640" y="233172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1314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314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-17.9%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39300" y="233172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0280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0280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+12.9%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30226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7C3AED"/>
                </a:solidFill>
                <a:latin typeface="Arial"/>
              </a:defRPr>
            </a:pPr>
            <a:r>
              <a:t>Mr.Green自营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011680" y="29718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75180" y="30099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75180" y="31369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C2626"/>
                </a:solidFill>
                <a:latin typeface="Arial"/>
              </a:defRPr>
            </a:pPr>
            <a:r>
              <a:t>-19.3%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101340" y="29718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64840" y="30099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64840" y="31369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-7.2%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91000" y="29718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54500" y="30099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54500" y="31369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+8.5%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280660" y="29718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44160" y="30099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44160" y="31369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+6.5%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70320" y="29718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33820" y="30099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33820" y="31369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-0.9pt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459980" y="29718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23480" y="30099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23480" y="31369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-0.7pt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49640" y="29718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13140" y="30099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13140" y="31369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-12.2%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639300" y="29718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702800" y="30099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02800" y="31369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+2.1%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77240" y="3657600"/>
            <a:ext cx="329184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" y="365760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04240" y="378460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优化效果：自营效率提升明显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4240" y="4013200"/>
            <a:ext cx="3037840" cy="66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京东自营 ROI 同比 +25.3%、环比 +36.4%，是 H1 推广优化最明确的店铺。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51960" y="3657600"/>
            <a:ext cx="329184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251960" y="365760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78960" y="378460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ROI环比 +36.4% / 费比环比 -1.0pt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78960" y="4013200"/>
            <a:ext cx="3037840" cy="66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2026H1 vs 2025H2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同销售费比下降，控费提效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818120" y="3657600"/>
            <a:ext cx="329184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818120" y="365760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45120" y="378460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POP / Mr.Green：稍带过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45120" y="4013200"/>
            <a:ext cx="3037840" cy="66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京东 POP：ROI 同比 +26.3%、环比 +35.1%，但仍作为结构补充，按转化稳定性筛投入。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Mr.Green 自营：ROI 同比 +8.5%，利润型补充角色，稳定贡献即可。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77240" y="4983480"/>
            <a:ext cx="105156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7240" y="4983480"/>
            <a:ext cx="10515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04240" y="5110480"/>
            <a:ext cx="10261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565C0"/>
                </a:solidFill>
                <a:latin typeface="Arial"/>
              </a:defRPr>
            </a:pPr>
            <a:r>
              <a:t>京东结论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4240" y="5339080"/>
            <a:ext cx="10261600" cy="71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自营是主线，重点讲清"ROI 提升明显、同销售费比下降明显"；POP、Mr.Green 作为补充渠道，按效率阈值筛选投入，不单独展开。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685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0" b="1">
                <a:solidFill>
                  <a:srgbClr val="EBEF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下半年规划 01：推广精细化提效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从核心品类关注到全维度监控调优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背景：过去 1 人统筹多店铺、多品类、多运营模式，精力只能优先看核心品类和重点商品；H2 通过推广助理增加与 AI 工具辅助，把监控范围扩展到全品类、全商品层级。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333756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333756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240" y="154432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565C0"/>
                </a:solidFill>
                <a:latin typeface="Arial"/>
              </a:defRPr>
            </a:pPr>
            <a:r>
              <a:t>1. 监控范围升级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240" y="1772920"/>
            <a:ext cx="3083560" cy="93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过去：核心品类、爆款商品、主要账户优先，长尾品和细分计划难持续跟踪。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升级：覆盖平台、店铺、品类、商品、计划、关键词、人群、素材。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目标：从"事后发现大问题"→"过程识别小异常"，调优窗口前移。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33756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33756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4680" y="154432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2. 人力分工升级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4680" y="1772920"/>
            <a:ext cx="3083560" cy="93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推广负责人：策略判断、预算分配、平台打法、关键问题决策。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推广助理：数据整理、异常初筛、计划跟进、素材和关键词维护。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协同 SOP：助理输出前一天异常扫描→负责人 10 分钟标注→当天动作。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17320"/>
            <a:ext cx="333756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17320"/>
            <a:ext cx="33375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5120" y="154432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C3AED"/>
                </a:solidFill>
                <a:latin typeface="Arial"/>
              </a:defRPr>
            </a:pPr>
            <a:r>
              <a:t>3. AI 工具提效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5120" y="1772920"/>
            <a:ext cx="3083560" cy="93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AI 负责多维数据处理、异常识别、趋势归因和策略草案。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人工负责业务判断、动作取舍、执行落地和复盘纠偏。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目标：提升诊断速度，降低对个人经验的依赖。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063240"/>
            <a:ext cx="25146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063240"/>
            <a:ext cx="2514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240" y="3190240"/>
            <a:ext cx="2260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565C0"/>
                </a:solidFill>
                <a:latin typeface="Arial"/>
              </a:defRPr>
            </a:pPr>
            <a:r>
              <a:t>核心爆款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240" y="3418840"/>
            <a:ext cx="2260600" cy="80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保排名、保转化、保预算。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消耗占比 60%+，优先级最高。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看 ROI 环比、核心词排名和活动承接。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3063240"/>
            <a:ext cx="25146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3063240"/>
            <a:ext cx="25146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6000" y="3190240"/>
            <a:ext cx="2260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潜力单品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6000" y="3418840"/>
            <a:ext cx="2260600" cy="80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测人群、测素材、测场景。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看 CPC、CVR、加购率和 ROI 趋势。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每周评估是否升级为核心爆款。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3063240"/>
            <a:ext cx="25146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3063240"/>
            <a:ext cx="25146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7760" y="3190240"/>
            <a:ext cx="2260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新品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7760" y="3418840"/>
            <a:ext cx="2260600" cy="80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小预算冷启，先跑模型。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看点击率、加购率和素材胜出率。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冷启周期 ≤ 14 天，到期评估。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32520" y="3063240"/>
            <a:ext cx="25146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32520" y="3063240"/>
            <a:ext cx="2514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59520" y="3190240"/>
            <a:ext cx="2260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C3AED"/>
                </a:solidFill>
                <a:latin typeface="Arial"/>
              </a:defRPr>
            </a:pPr>
            <a:r>
              <a:t>中长尾品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9520" y="3418840"/>
            <a:ext cx="2260600" cy="80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低预算验证，快速止损。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看 ROI 阈值、转化率和费用泄露。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连续 7 天低于盈亏线→自动暂停。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6426200"/>
            <a:ext cx="10637520" cy="3048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8840" y="6464300"/>
            <a:ext cx="10434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75169"/>
                </a:solidFill>
                <a:latin typeface="Arial"/>
              </a:defRPr>
            </a:pPr>
            <a:r>
              <a:t>落地机制：日看异常、周看商品层级迁移、月看平台结构；推广助理负责数据与跟进，AI 负责初筛和策略草案，负责人负责判断和关键决策。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685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0" b="1">
                <a:solidFill>
                  <a:srgbClr val="EBEF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下半年规划 02：赋能品类增长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通过推广数据反推经营动作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目标：推广不只是买流量，而是通过投放组合和数据反馈，帮助品类找到更确定的增长路径，指导货品、价格、内容和活动节奏。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329184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63040"/>
            <a:ext cx="329184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240" y="159004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565C0"/>
                </a:solidFill>
                <a:latin typeface="Arial"/>
              </a:defRPr>
            </a:pPr>
            <a:r>
              <a:t>1. 数据反馈：识别机会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240" y="1818640"/>
            <a:ext cx="3037840" cy="258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按品类/商品监控 ROI、CPC、CVR、点击率、收藏加购和转化趋势。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识别三类机会：低 CPC 高 CVR 的放量机会；高点击低转化的承接问题；高消耗低 ROI 的止损对象。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输出给运营具体的动作建议：加预算的品类、需优化页面/价格的商品。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63040"/>
            <a:ext cx="329184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6304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4680" y="159004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2. 组合打法：提升效率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4680" y="1818640"/>
            <a:ext cx="3037840" cy="258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搜索负责承接明确需求，推荐/场景负责拓新人群，站外种草负责补认知。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核心品：搜索+推荐联动；潜力品：小预算多场景测试；新品：先内容种草再站内承接。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每类打法绑定复盘指标——不看动作看结果。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63040"/>
            <a:ext cx="329184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6304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5120" y="159004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3. 经营协同：放大结果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5120" y="1818640"/>
            <a:ext cx="3037840" cy="258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推广结论同步给商品、运营、供应链：爆款备货、价格策略、详情页承接、活动资源申请。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大促前：推广、运营、商品、供应链联合审查货品池、预算池、资源位和页面承接。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沉淀品类打法库，形成可复用的增长方法论。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426200"/>
            <a:ext cx="10637520" cy="3048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8840" y="6464300"/>
            <a:ext cx="10434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75169"/>
                </a:solidFill>
                <a:latin typeface="Arial"/>
              </a:defRPr>
            </a:pPr>
            <a:r>
              <a:t>核心输出：从"投放复盘表"升级为"品类增长建议表"，让推广数据真正指导经营动作。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685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0" b="1">
                <a:solidFill>
                  <a:srgbClr val="EBEF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下半年规划 03：渠道策略方向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天猫 / 京东 / 拼多多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核心逻辑：渠道策略不再用同一套 ROI 标准一刀切，而是按平台角色分配目标、预算和考核指标；天猫抢市场，京东提效率，拼多多先诊断后扩量。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329184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240" y="154432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565C0"/>
                </a:solidFill>
                <a:latin typeface="Arial"/>
              </a:defRPr>
            </a:pPr>
            <a:r>
              <a:t>天猫：平台联合 + 高费比阶段抢占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240" y="1772920"/>
            <a:ext cx="3037840" cy="267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角色定位：品牌主阵地和市场份额承接渠道。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策略重点：围绕平台联合资源、活动节点和核心爆款，阶段性接受高费比换取市场曝光与销售增长。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边界：高费比必须绑定活动目标，看销售增速和 ROI 下滑幅度。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4680" y="154432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京东：效率优先 + 爆品恢复弹性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4680" y="1772920"/>
            <a:ext cx="3037840" cy="267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角色定位：效率修复和利润稳定渠道。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策略重点：守住高 ROI 计划不放松，同时在核心品类和爆品恢复扩量弹性。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不是"控费 or 放量"二选一，是在合理费比内做效果提升。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1732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17320"/>
            <a:ext cx="329184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5120" y="154432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897B"/>
                </a:solidFill>
                <a:latin typeface="Arial"/>
              </a:defRPr>
            </a:pPr>
            <a:r>
              <a:t>拼多多：账户诊断 + 规则先行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5120" y="1772920"/>
            <a:ext cx="3037840" cy="267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角色定位：9 月接手后的新增提效场。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策略重点：先完成账户体检、商品分层、计划结构和投放规则搭建，再进入规模化提效。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节奏：9月诊断→10月测试→11月双11小规模验证→12月定规则。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426200"/>
            <a:ext cx="10637520" cy="30480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8840" y="6464300"/>
            <a:ext cx="10434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75169"/>
                </a:solidFill>
                <a:latin typeface="Arial"/>
              </a:defRPr>
            </a:pPr>
            <a:r>
              <a:t>渠道判断：天猫用资源换增长，但要看承接；京东用效率守利润，但要补弹性；拼多多先建规则，再进入规模化提效。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685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0" b="1">
                <a:solidFill>
                  <a:srgbClr val="EBEFF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组织升级 01：组织成员管理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能力建设 / 分工机制 / 降低关键人员依赖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核心目标：把推广负责人个人经验拆成团队可执行的方法，让推广助理、运营和品类负责人能围绕同一套指标协作，逐步降低业务对单一关键人员经验的依赖。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63040"/>
            <a:ext cx="33375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24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C3AED"/>
                </a:solidFill>
                <a:latin typeface="Arial"/>
              </a:defRPr>
            </a:pPr>
            <a:r>
              <a:t>1. 能力短板：从操作能力到经营判断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240" y="1818640"/>
            <a:ext cx="3083560" cy="24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当前问题：成员能做基础执行，但对平台机制、商品层级和预算节奏的判断不足。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能力方向：从"会建计划、会调价"升级为"会看趋势、会归因、会判断扩量/止损"。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培养方法：ROI/费比/CPC/CVR 联动分析训练、商品池分层实操、活动与推广节奏匹配演练。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63040"/>
            <a:ext cx="333756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468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2. 分工机制：负责人 + 助理协同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4680" y="1818640"/>
            <a:ext cx="3083560" cy="24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推广负责人：负责平台策略、预算分配、关键账户诊断、跨部门协同。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推广助理：负责日报数据、异常初筛、计划跟进、素材和关键词维护。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协同 SOP：助理每天早上输出昨日异常扫描→负责人 10 分钟标注优先级→当天给动作。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63040"/>
            <a:ext cx="333756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512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897B"/>
                </a:solidFill>
                <a:latin typeface="Arial"/>
              </a:defRPr>
            </a:pPr>
            <a:r>
              <a:t>3. 标准沉淀：减少经验黑箱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5120" y="1818640"/>
            <a:ext cx="3083560" cy="24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建立商品分层 SOP：核心爆款、潜力单品、新品、中长尾品分别对应投放规则、预算比例和止损底线。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异常处理清单：ROI 下滑、费比上升、CPC 异常、CVR 波动等，匹配对应的排查路径和处置动作。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复盘机制：周看计划异常、月看平台结构、活动看商品承接，季度输出方法论迭代。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426200"/>
            <a:ext cx="10637520" cy="3048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8840" y="6464300"/>
            <a:ext cx="10434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75169"/>
                </a:solidFill>
                <a:latin typeface="Arial"/>
              </a:defRPr>
            </a:pPr>
            <a:r>
              <a:t>组织升级不是增加人手本身，而是用清晰分工和标准流程，把团队从"被动执行"推向"主动诊断、主动优化"。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685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0" b="1">
                <a:solidFill>
                  <a:srgbClr val="EBEFF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组织升级 02：AI 赋能团队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AI 策略与实际工作结合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目标：AI 不替代推广判断，而是提升数据处理、问题定位和策略草案效率；人工负责业务判断、动作取舍、执行落地和复盘纠偏。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63040"/>
            <a:ext cx="333756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24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565C0"/>
                </a:solidFill>
                <a:latin typeface="Arial"/>
              </a:defRPr>
            </a:pPr>
            <a:r>
              <a:t>1. AI 多维数据处理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240" y="1818640"/>
            <a:ext cx="3083560" cy="24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把平台、店铺、商品、计划、关键词数据结构化，自动识别消耗、ROI、CPC、CVR 的异常变化。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从"人工拉表找问题"升级为"AI 先筛异常，人工判断原因"。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每天早上 9:00，AI 自动输出昨日异常扫描，推送到推广群。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63040"/>
            <a:ext cx="333756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468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2. AI 快速定位核心问题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4680" y="1818640"/>
            <a:ext cx="3083560" cy="24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由总到细：先看平台，再看店铺，再看商品，再看计划/关键词。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核心指标模块化：消耗、ROI、CPC、CVR、点击率、加购率、转化率——异常自动标记+趋势预警。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AI 输出的不是原始数据，是"可能原因"：流量成本变化、转化承接问题、预算节奏失衡。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63040"/>
            <a:ext cx="333756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512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3. AI 专业策略输出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5120" y="1818640"/>
            <a:ext cx="3083560" cy="24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沉淀推广指令库：不同异常场景对应不同分析指令和优化建议。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运营提出组合问题→AI 生成策略草案→负责人校验→指导实操。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降低推广指导成本，团队在没有资深推广在场时也能获得标准化判断。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426200"/>
            <a:ext cx="10637520" cy="3048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8840" y="6464300"/>
            <a:ext cx="10434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75169"/>
                </a:solidFill>
                <a:latin typeface="Arial"/>
              </a:defRPr>
            </a:pPr>
            <a:r>
              <a:t>AI 闭环：数据清洗 -&gt; 异常识别 -&gt; 策略草案 -&gt; 人工判断 -&gt; 执行复盘 -&gt; 指令库沉淀。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685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0" b="1">
                <a:solidFill>
                  <a:srgbClr val="EBEF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H2 行动节奏与协同机制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MILESTONE &amp; COLLABORATION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把 H2 规划落到时间表：先建规则，再接渠道，再打大促，最后沉淀年度方法。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2468880" cy="1920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246888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240" y="1518920"/>
            <a:ext cx="2214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65C0"/>
                </a:solidFill>
                <a:latin typeface="Arial"/>
              </a:defRPr>
            </a:pPr>
            <a:r>
              <a:t>7-8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240" y="1823720"/>
            <a:ext cx="2214880" cy="141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75169"/>
                </a:solidFill>
                <a:latin typeface="Arial"/>
              </a:defRPr>
            </a:pPr>
            <a:r>
              <a:t>完善商品分层规则、周度复盘模板和异常处理清单。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75169"/>
                </a:solidFill>
                <a:latin typeface="Arial"/>
              </a:defRPr>
            </a:pPr>
            <a:r>
              <a:t>明确天猫、京东预算阈值和重点商品池。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75169"/>
                </a:solidFill>
                <a:latin typeface="Arial"/>
              </a:defRPr>
            </a:pPr>
            <a:r>
              <a:t>推广助理 + AI 日/周监控流程正式启用。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417320"/>
            <a:ext cx="2468880" cy="1920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417320"/>
            <a:ext cx="24688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6000" y="1518920"/>
            <a:ext cx="2214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897B"/>
                </a:solidFill>
                <a:latin typeface="Arial"/>
              </a:defRPr>
            </a:pPr>
            <a:r>
              <a:t>9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6000" y="1823720"/>
            <a:ext cx="2214880" cy="141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75169"/>
                </a:solidFill>
                <a:latin typeface="Arial"/>
              </a:defRPr>
            </a:pPr>
            <a:r>
              <a:t>接手拼多多，完成账户诊断、商品分层、计划结构梳理。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75169"/>
                </a:solidFill>
                <a:latin typeface="Arial"/>
              </a:defRPr>
            </a:pPr>
            <a:r>
              <a:t>双11 预算框架和货品池初筛。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75169"/>
                </a:solidFill>
                <a:latin typeface="Arial"/>
              </a:defRPr>
            </a:pPr>
            <a:r>
              <a:t>推广助理独立承担天猫旗舰店日报监控。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417320"/>
            <a:ext cx="2468880" cy="1920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1417320"/>
            <a:ext cx="246888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7760" y="1518920"/>
            <a:ext cx="2214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D00"/>
                </a:solidFill>
                <a:latin typeface="Arial"/>
              </a:defRPr>
            </a:pPr>
            <a:r>
              <a:t>10-11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7760" y="1823720"/>
            <a:ext cx="2214880" cy="141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75169"/>
                </a:solidFill>
                <a:latin typeface="Arial"/>
              </a:defRPr>
            </a:pPr>
            <a:r>
              <a:t>围绕双11执行预算节奏、爆品保护、低效止损。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75169"/>
                </a:solidFill>
                <a:latin typeface="Arial"/>
              </a:defRPr>
            </a:pPr>
            <a:r>
              <a:t>大促后完成平台×商品×素材的全维度复盘报告。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75169"/>
                </a:solidFill>
                <a:latin typeface="Arial"/>
              </a:defRPr>
            </a:pPr>
            <a:r>
              <a:t>拼多多小规模参与双11验证。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1417320"/>
            <a:ext cx="2468880" cy="1920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1417320"/>
            <a:ext cx="24688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59520" y="1518920"/>
            <a:ext cx="2214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C3AED"/>
                </a:solidFill>
                <a:latin typeface="Arial"/>
              </a:defRPr>
            </a:pPr>
            <a:r>
              <a:t>12 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9520" y="1823720"/>
            <a:ext cx="2214880" cy="141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75169"/>
                </a:solidFill>
                <a:latin typeface="Arial"/>
              </a:defRPr>
            </a:pPr>
            <a:r>
              <a:t>沉淀年度推广手册、AI 指令库和品类打法库。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75169"/>
                </a:solidFill>
                <a:latin typeface="Arial"/>
              </a:defRPr>
            </a:pPr>
            <a:r>
              <a:t>输出 2027 年预算与渠道规划建议。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75169"/>
                </a:solidFill>
                <a:latin typeface="Arial"/>
              </a:defRPr>
            </a:pPr>
            <a:r>
              <a:t>团队能力评估和下一年度培养计划。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3720" y="228600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5480" y="228600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7240" y="228600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611880"/>
            <a:ext cx="1051560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440" y="371348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565C0"/>
                </a:solidFill>
                <a:latin typeface="Arial"/>
              </a:defRPr>
            </a:pPr>
            <a:r>
              <a:t>协同机制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440" y="4119880"/>
            <a:ext cx="10972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FF6D00"/>
                </a:solidFill>
                <a:latin typeface="Arial"/>
              </a:defRPr>
            </a:pPr>
            <a:r>
              <a:t>周度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119880"/>
            <a:ext cx="86868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推广与运营同步异常和动作；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440" y="4526280"/>
            <a:ext cx="10972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FF6D00"/>
                </a:solidFill>
                <a:latin typeface="Arial"/>
              </a:defRPr>
            </a:pPr>
            <a:r>
              <a:t>月度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4526280"/>
            <a:ext cx="86868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推广输出品类增长建议；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440" y="4932680"/>
            <a:ext cx="10972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FF6D00"/>
                </a:solidFill>
                <a:latin typeface="Arial"/>
              </a:defRPr>
            </a:pPr>
            <a:r>
              <a:t>大促前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4932680"/>
            <a:ext cx="86868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推广、运营、商品、供应链做货品池、预算池、资源位、页面承接联合审查。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257800"/>
            <a:ext cx="10515600" cy="4114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0440" y="533400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A1A2E"/>
                </a:solidFill>
                <a:latin typeface="Arial"/>
              </a:defRPr>
            </a:pPr>
            <a:r>
              <a:t>年度目标：到2026年底，推广团队具备独立的数据诊断、策略输出和复盘沉淀能力——不再依赖单一个人的行业经验。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029200"/>
            <a:ext cx="12192000" cy="1920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828800"/>
            <a:ext cx="1219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A1A2E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560320"/>
            <a:ext cx="3749039" cy="1905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834640"/>
            <a:ext cx="1219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75169"/>
                </a:solidFill>
                <a:latin typeface="Arial"/>
              </a:defRPr>
            </a:pPr>
            <a:r>
              <a:t>让增长更可控，让效率更稳定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12080"/>
            <a:ext cx="1219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BD5F0"/>
                </a:solidFill>
                <a:latin typeface="Arial"/>
              </a:defRPr>
            </a:pPr>
            <a:r>
              <a:t>国内营销中心  |  2026.07.23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