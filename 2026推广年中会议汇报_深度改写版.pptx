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0000" y="1200000"/>
            <a:ext cx="35000" cy="24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0000" y="1200000"/>
            <a:ext cx="95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100"/>
              </a:spcAft>
              <a:defRPr sz="4400" b="1">
                <a:solidFill>
                  <a:srgbClr val="F8FAFC"/>
                </a:solidFill>
                <a:latin typeface="微软雅黑"/>
              </a:defRPr>
            </a:pPr>
            <a:r>
              <a:t>2026 推广年中会议汇报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000" y="19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0">
                <a:solidFill>
                  <a:srgbClr val="94A3B8"/>
                </a:solidFill>
                <a:latin typeface="微软雅黑"/>
              </a:defRPr>
            </a:pPr>
            <a:r>
              <a:t>E-commerce Promotion Mid-Year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000" y="2350000"/>
            <a:ext cx="7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H1 平台复盘  /  H2 三大规划  /  组织升级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880000" y="2770000"/>
            <a:ext cx="6000000" cy="10000"/>
          </a:xfrm>
          <a:prstGeom prst="rect">
            <a:avLst/>
          </a:prstGeom>
          <a:solidFill>
            <a:srgbClr val="33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485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汇报人：东方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" y="516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部门：国内营销中心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5470000"/>
            <a:ext cx="3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汇报时间：2026.07.23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2000" y="5838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从投放执行到增长经营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000" y="900000"/>
            <a:ext cx="3400000" cy="23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6000" y="900000"/>
            <a:ext cx="34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000" y="10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100"/>
              </a:spcAft>
              <a:defRPr sz="4200" b="1">
                <a:solidFill>
                  <a:srgbClr val="3B82F6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000" y="142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F8FAFC"/>
                </a:solidFill>
                <a:latin typeface="微软雅黑"/>
              </a:defRPr>
            </a:pPr>
            <a:r>
              <a:t>上半年复盘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000" y="1850000"/>
            <a:ext cx="3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天猫旗舰店与京东自营的</a:t>
            </a:r>
            <a:br/>
            <a:r>
              <a:t>效率修复与增长矛盾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900000"/>
            <a:ext cx="3400000" cy="230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900000"/>
            <a:ext cx="3400000" cy="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000" y="10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100"/>
              </a:spcAft>
              <a:defRPr sz="4200" b="1">
                <a:solidFill>
                  <a:srgbClr val="22C55E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142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F8FAFC"/>
                </a:solidFill>
                <a:latin typeface="微软雅黑"/>
              </a:defRPr>
            </a:pPr>
            <a:r>
              <a:t>下半年规划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6000" y="1850000"/>
            <a:ext cx="3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商品分层精细化运营</a:t>
            </a:r>
            <a:br/>
            <a:r>
              <a:t>品类协同与渠道差异化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000" y="900000"/>
            <a:ext cx="3400000" cy="230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000" y="900000"/>
            <a:ext cx="3400000" cy="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6000" y="1050000"/>
            <a:ext cx="3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Aft>
                <a:spcPts val="100"/>
              </a:spcAft>
              <a:defRPr sz="4200" b="1">
                <a:solidFill>
                  <a:srgbClr val="8B5CF6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6000" y="142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F8FAFC"/>
                </a:solidFill>
                <a:latin typeface="微软雅黑"/>
              </a:defRPr>
            </a:pPr>
            <a:r>
              <a:t>组织升级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6000" y="1850000"/>
            <a:ext cx="3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0">
                <a:solidFill>
                  <a:srgbClr val="94A3B8"/>
                </a:solidFill>
                <a:latin typeface="微软雅黑"/>
              </a:defRPr>
            </a:pPr>
            <a:r>
              <a:t>降低个人经验依赖</a:t>
            </a:r>
            <a:br/>
            <a:r>
              <a:t>AI工具化与团队能力建设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000" y="3550000"/>
            <a:ext cx="10700000" cy="7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000" y="3670000"/>
            <a:ext cx="2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3B82F6"/>
                </a:solidFill>
                <a:latin typeface="微软雅黑"/>
              </a:defRPr>
            </a:pPr>
            <a:r>
              <a:t>汇报主线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000" y="3970000"/>
            <a:ext cx="10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H1完成推广效率全面修复，H2从「止血」转向「造血」——精细化运营、品类协同、渠道差异化，推动推广从执行动作升级为增长经营能力。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上半年复盘 01：天猫旗舰店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消耗+30.3%，ROI同比+39.3%——钱花得更值了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同比=2026H1 vs 2025H1 | 环比=2026H1 vs 2025H2 | ROI用数值，其他用百分比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30000"/>
            <a:ext cx="1700000" cy="102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060000"/>
            <a:ext cx="1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F8FAFC"/>
                </a:solidFill>
                <a:latin typeface="微软雅黑"/>
              </a:defRPr>
            </a:pPr>
            <a:r>
              <a:t>天猫旗舰店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136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3B82F6"/>
                </a:solidFill>
                <a:latin typeface="微软雅黑"/>
              </a:defRPr>
            </a:pPr>
            <a:r>
              <a:t>核心店铺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159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H1主线：效率修复+销售增长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0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0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0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+30.3%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5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5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-0.8%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0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0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0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+39.3%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55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+10.4%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0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0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0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+2.6pt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5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5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5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-0.9pt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0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0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销售同比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0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+10.0%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35000" y="93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000" y="97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销售环比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000" y="110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+4.4%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2050000"/>
            <a:ext cx="1700000" cy="7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00" y="218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天猫数码旗舰店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000" y="245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新起盘 | 轻预算测试 | 先建规则再扩量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70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30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0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5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5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25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0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20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0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55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15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5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0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10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10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45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5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5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40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CPC同比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00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135000" y="2050000"/>
            <a:ext cx="106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95000" y="20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CVR同比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5000" y="22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新起盘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0000" y="3000000"/>
            <a:ext cx="3200000" cy="8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00000" y="310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ROI修复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0000" y="330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ROI环比+10.4%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00000" y="354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H1推广优化效果明确——消耗放量的同时，每一块钱的效率在提升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0000" y="3000000"/>
            <a:ext cx="3200000" cy="8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0000" y="310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费比改善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0000" y="330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环比-0.9pt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0000" y="354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同销售口径下费用效率在改善，控费与提效同步成立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20000" y="3000000"/>
            <a:ext cx="3200000" cy="8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00000" y="310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Q2联合投放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00000" y="330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3B82F6"/>
                </a:solidFill>
                <a:latin typeface="微软雅黑"/>
              </a:defRPr>
            </a:pPr>
            <a:r>
              <a:t>销售同比+9.6%/环比+24.4%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0000" y="354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Q2签订平台联合高费比合同，在ROI和CPC可控下滑的前提下，换来了销售确定性增长。这是H2可复制的模型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0000" y="4100000"/>
            <a:ext cx="5300000" cy="1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70000" y="4180000"/>
            <a:ext cx="40000" cy="2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000" y="4170000"/>
            <a:ext cx="4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天猫旗舰店核心判断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0000" y="4480000"/>
            <a:ext cx="49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H1结论：天猫旗舰店是标杆——在合理费比框架内，规模与效率可以兼得。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消耗+30.3%不是浪费，是策略性投入。Q2联合平台高费比合同已经验证：只要绑定活动目标、商品池和承接结果，加大投入能换来确定性的销售增长。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H2方向：保爆款、控节奏、抢核心词，同时将Q2联合投放模型复制到更多活动节点。站外UD引流必须回看站内承接效率。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20000" y="4100000"/>
            <a:ext cx="5480000" cy="1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70000" y="4180000"/>
            <a:ext cx="40000" cy="2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70000" y="4170000"/>
            <a:ext cx="51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天猫数码旗舰店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70000" y="4480000"/>
            <a:ext cx="51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8B5CF6"/>
                </a:solidFill>
                <a:latin typeface="微软雅黑"/>
              </a:defRPr>
            </a:pPr>
            <a:r>
              <a:t>新起盘账户，缺少完整同比/环比评价基础——不急于下结论。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短期重点：模型冷启、人群沉淀、素材跑数、商品承接。H2以轻预算测试为主。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长期定位：天猫平台的多店矩阵补充，先建规则再谈扩量。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0000" y="5600000"/>
            <a:ext cx="10752000" cy="4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0000" y="5650000"/>
            <a:ext cx="10352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天猫底线：旗舰店是主线——Q2已验证联合投放模型，H2复制+优化；数码旗舰店作为多店矩阵的战略补充，轻预算探路。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上半年复盘 02：京东自营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ROI环比+36.4%——H1效率修复最亮眼的数字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59E0B"/>
                </a:solidFill>
                <a:latin typeface="微软雅黑"/>
              </a:defRPr>
            </a:pPr>
            <a:r>
              <a:t>但销售同比-15.8%：控费的红利已经吃完，继续收缩就会伤及基本盘。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950000"/>
            <a:ext cx="1700000" cy="102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000" y="1080000"/>
            <a:ext cx="15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F8FAFC"/>
                </a:solidFill>
                <a:latin typeface="微软雅黑"/>
              </a:defRPr>
            </a:pPr>
            <a:r>
              <a:t>京东自营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000" y="1380000"/>
            <a:ext cx="1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F59E0B"/>
                </a:solidFill>
                <a:latin typeface="微软雅黑"/>
              </a:defRPr>
            </a:pPr>
            <a:r>
              <a:t>核心店铺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000" y="161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H1主线：效率大幅修复，规模承压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0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0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0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-13.2%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5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5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94A3B8"/>
                </a:solidFill>
                <a:latin typeface="微软雅黑"/>
              </a:defRPr>
            </a:pPr>
            <a:r>
              <a:t>-15.8%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0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0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0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+25.3%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55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+36.4%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0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0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0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+0.3pt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5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5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5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-1.0pt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0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0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销售同比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0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-15.8%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35000" y="950000"/>
            <a:ext cx="1060000" cy="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000" y="995000"/>
            <a:ext cx="94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销售环比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000" y="1125000"/>
            <a:ext cx="9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-8.1%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2070000"/>
            <a:ext cx="1700000" cy="7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00" y="220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京东POP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000" y="247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22C55E"/>
                </a:solidFill>
                <a:latin typeface="微软雅黑"/>
              </a:defRPr>
            </a:pPr>
            <a:r>
              <a:t>ROI+35.1% | 结构补充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70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30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0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+3.2%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8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8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8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-10.8%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6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6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6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+26.3%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4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64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64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+35.1%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82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2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2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+0.1pt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60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0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0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-0.6pt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38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98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CPC同比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8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-17.9%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16000" y="207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76000" y="211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CVR同比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6000" y="224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+12.9%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0000" y="2920000"/>
            <a:ext cx="1700000" cy="75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0000" y="3050000"/>
            <a:ext cx="1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8FAFC"/>
                </a:solidFill>
                <a:latin typeface="微软雅黑"/>
              </a:defRPr>
            </a:pPr>
            <a:r>
              <a:t>Mr.Green 自营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000" y="3320000"/>
            <a:ext cx="1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1">
                <a:solidFill>
                  <a:srgbClr val="22C55E"/>
                </a:solidFill>
                <a:latin typeface="微软雅黑"/>
              </a:defRPr>
            </a:pPr>
            <a:r>
              <a:t>ROI+8.5% | 利润型补充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70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30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消耗同比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30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-19.3%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448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08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消耗环比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08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-7.2%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26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6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ROI同比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86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+8.5%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04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4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ROI环比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64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+6.5%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82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2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费比同比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2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-0.9pt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60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20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费比环比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20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-0.7pt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38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98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CPC同比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98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94A3B8"/>
                </a:solidFill>
                <a:latin typeface="微软雅黑"/>
              </a:defRPr>
            </a:pPr>
            <a:r>
              <a:t>-12.2%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16000" y="2920000"/>
            <a:ext cx="950000" cy="5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76000" y="2965000"/>
            <a:ext cx="830000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spcAft>
                <a:spcPts val="100"/>
              </a:spcAft>
              <a:defRPr sz="800" b="0">
                <a:solidFill>
                  <a:srgbClr val="94A3B8"/>
                </a:solidFill>
                <a:latin typeface="微软雅黑"/>
              </a:defRPr>
            </a:pPr>
            <a:r>
              <a:t>CVR同比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76000" y="3095000"/>
            <a:ext cx="83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22C55E"/>
                </a:solidFill>
                <a:latin typeface="微软雅黑"/>
              </a:defRPr>
            </a:pPr>
            <a:r>
              <a:t>+2.1%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20000" y="3850000"/>
            <a:ext cx="3200000" cy="8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00000" y="395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ROI修复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00000" y="415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ROI环比+36.4%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00000" y="439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H1最亮眼的效率数据——自营修复最为显著，控费+提效同步成立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0000" y="3850000"/>
            <a:ext cx="3200000" cy="8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0000" y="395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费比改善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50000" y="415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环比-1.0pt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0000" y="439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同销售费比明显下降，费用效率在改善，控费策略有效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020000" y="3850000"/>
            <a:ext cx="3200000" cy="85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00000" y="3950000"/>
            <a:ext cx="2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规模承压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00000" y="4150000"/>
            <a:ext cx="28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F59E0B"/>
                </a:solidFill>
                <a:latin typeface="微软雅黑"/>
              </a:defRPr>
            </a:pPr>
            <a:r>
              <a:t>销售同比-15.8%/环比-8.1%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00000" y="4390000"/>
            <a:ext cx="28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效率修复的代价——过度控费压制了增长。H2的核心命题是在守住ROI底线的同时恢复扩量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20000" y="4950000"/>
            <a:ext cx="5300000" cy="1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0000" y="5030000"/>
            <a:ext cx="40000" cy="2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0000" y="5020000"/>
            <a:ext cx="4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京东自营核心判断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0000" y="5330000"/>
            <a:ext cx="49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H1的成绩：ROI修复——自营环比+36.4%，POP环比+35.1%，效果非常明确。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H1的代价：销售同比-15.8%——消耗砍了15.8%，规模必然收缩。控费策略有效，但已接近临界点。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H2关键选择：不是要不要控费的问题，而是在什么ROI底线之上恢复扩量。关键词质量分、人群分层、爆品预算保护三管齐下。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220000" y="4950000"/>
            <a:ext cx="5480000" cy="12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70000" y="5030000"/>
            <a:ext cx="40000" cy="2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70000" y="5020000"/>
            <a:ext cx="51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POP与Mr.Green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70000" y="5330000"/>
            <a:ext cx="51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200"/>
              </a:spcAft>
              <a:defRPr sz="1200" b="1">
                <a:solidFill>
                  <a:srgbClr val="8B5CF6"/>
                </a:solidFill>
                <a:latin typeface="微软雅黑"/>
              </a:defRPr>
            </a:pPr>
            <a:r>
              <a:t>POP：ROI+35.1%，效率修复与自营同步。策略上按转化稳定性筛选投入，不追求全面铺量。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Mr.Green：ROI+8.5%，费比双降，可承担利润型补充角色。小众品类，稳定贡献即可。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两者不做主叙事，作为京东平台结构的必要组成。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20000" y="6400000"/>
            <a:ext cx="10752000" cy="40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0000" y="6445000"/>
            <a:ext cx="1035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京东底线：H1效率修复已完成，H2必须恢复增长弹性——在守住ROI底线的同时，让核心品类和爆品重新扩量。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01：推广精细化提效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从一个人盯核心品，到系统盯全盘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背景：H1一人统筹多店铺多模式，精力只能盯核心品——这是H1三个压力点的根源。H2通过推广助理+AI，把监控范围从「核心品」扩展到「全品类×全计划」。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00000"/>
            <a:ext cx="2620000" cy="18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1000000"/>
            <a:ext cx="2620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核心爆款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000" y="1420000"/>
            <a:ext cx="23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保排名·保转化·保预算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000" y="1660000"/>
            <a:ext cx="2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看ROI环比/核心词排名/活动承接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00" y="2100000"/>
            <a:ext cx="2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消耗占60%+，优先级最高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0000" y="1000000"/>
            <a:ext cx="2620000" cy="180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0000" y="1000000"/>
            <a:ext cx="2620000" cy="4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22C55E"/>
                </a:solidFill>
                <a:latin typeface="微软雅黑"/>
              </a:defRPr>
            </a:pPr>
            <a:r>
              <a:t>潜力单品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0000" y="1420000"/>
            <a:ext cx="23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测人群·测素材·测场景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0000" y="1660000"/>
            <a:ext cx="2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看CPC/CVR/加购率/ROI趋势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0000" y="2100000"/>
            <a:ext cx="2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每周评估是否升级为核心爆款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000" y="1000000"/>
            <a:ext cx="2620000" cy="180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1000000"/>
            <a:ext cx="2620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新品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0000" y="1420000"/>
            <a:ext cx="23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小预算冷启·先跑模型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0000" y="1660000"/>
            <a:ext cx="2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看点击率/加购率/素材胜出率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0000" y="2100000"/>
            <a:ext cx="2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冷启周期≤14天，到期评估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0000" y="1000000"/>
            <a:ext cx="2620000" cy="180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0000" y="1000000"/>
            <a:ext cx="2620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0000" y="1120000"/>
            <a:ext cx="23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中长尾品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0000" y="1420000"/>
            <a:ext cx="23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低预算验证·快速止损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0000" y="1660000"/>
            <a:ext cx="23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1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看ROI阈值/转化率/费用泄露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0000" y="2100000"/>
            <a:ext cx="2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100"/>
              </a:spcAft>
              <a:defRPr sz="900" b="0">
                <a:solidFill>
                  <a:srgbClr val="64748B"/>
                </a:solidFill>
                <a:latin typeface="微软雅黑"/>
              </a:defRPr>
            </a:pPr>
            <a:r>
              <a:t>连续7天低于盈亏线→自动暂停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6000" y="3000000"/>
            <a:ext cx="3400000" cy="175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6000" y="3000000"/>
            <a:ext cx="3400000" cy="4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监控范围升级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000" y="3450000"/>
            <a:ext cx="304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过去：核心品类+爆款+主要账户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升级：平台→店铺→品类→商品→计划→关键词→人群→素材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目标：从事后发现大问题→过程识别小异常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6000" y="3000000"/>
            <a:ext cx="3400000" cy="1750000"/>
          </a:xfrm>
          <a:prstGeom prst="roundRect">
            <a:avLst/>
          </a:prstGeom>
          <a:solidFill>
            <a:srgbClr val="14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96000" y="3000000"/>
            <a:ext cx="3400000" cy="4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22C55E"/>
                </a:solidFill>
                <a:latin typeface="微软雅黑"/>
              </a:defRPr>
            </a:pPr>
            <a:r>
              <a:t>人力分工升级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6000" y="3450000"/>
            <a:ext cx="304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负责人：策略/预算/平台打法/关键决策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助理：数据整理/异常初筛/计划跟进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目标：负责人从拉表中释放，投入策略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6000" y="3000000"/>
            <a:ext cx="3400000" cy="175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96000" y="3000000"/>
            <a:ext cx="3400000" cy="4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6000" y="3120000"/>
            <a:ext cx="304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8B5CF6"/>
                </a:solidFill>
                <a:latin typeface="微软雅黑"/>
              </a:defRPr>
            </a:pPr>
            <a:r>
              <a:t>AI工具提效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6000" y="3450000"/>
            <a:ext cx="304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AI：数据处理+异常识别+趋势归因+策略草案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人工：业务判断+动作取舍+执行+复盘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目标：提速诊断，降低个人经验依赖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0000" y="500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000" y="504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1">
                <a:solidFill>
                  <a:srgbClr val="F8FAFC"/>
                </a:solidFill>
                <a:latin typeface="微软雅黑"/>
              </a:defRPr>
            </a:pPr>
            <a:r>
              <a:t>落地机制：日看异常（AI自动扫描→推送）→周看商品层级迁移（助理整理→负责人判断）→月看平台结构（负责人输出策略报告）。核心原则：80%精力给20%核心爆款，系统覆盖长尾。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02：赋能品类增长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目标：通过投放数据反向输出经营建议——哪些品类值得加预算、哪些商品需要调价格、哪些页面承接有问题。让推广从成本中心变为增长参谋。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22C55E"/>
                </a:solidFill>
                <a:latin typeface="微软雅黑"/>
              </a:defRPr>
            </a:pPr>
            <a:r>
              <a:t>数据反馈：识别机会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1550000"/>
            <a:ext cx="296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1. 按品类×商品监控ROI/CPC/CVR/点击率/收藏加购，建立趋势基线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2. 三类机会自动标记：低CPC高CVR→建议放量；高点击低转化→承接问题，同步运营；高消耗低ROI→建议止损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3. 输出给运营的具体动作：加预算的品类清单、需优化页面/价格/权益的商品清单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105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3B82F6"/>
                </a:solidFill>
                <a:latin typeface="微软雅黑"/>
              </a:defRPr>
            </a:pPr>
            <a:r>
              <a:t>组合打法：提升效率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6000" y="1550000"/>
            <a:ext cx="296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1. 搜索=承接明确需求（保转化）；推荐/场景=拓新人群（扩漏斗）；站外种草=补认知（蓄水）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2. 核心品：搜索+推荐联动，保排名保转化；潜力品：小预算多场景测试；新品：先内容种草再站内承接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3. 每类打法绑定复盘指标，不看动作看结果——花了多少钱、带来了多少销售、ROI是否在改善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6000" y="105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6000" y="1180000"/>
            <a:ext cx="29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100"/>
              </a:spcAft>
              <a:defRPr sz="1700" b="1">
                <a:solidFill>
                  <a:srgbClr val="8B5CF6"/>
                </a:solidFill>
                <a:latin typeface="微软雅黑"/>
              </a:defRPr>
            </a:pPr>
            <a:r>
              <a:t>经营协同：放大结果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000" y="1550000"/>
            <a:ext cx="296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1. 推广结论同步商品/运营/供应链：爆款备货提醒、价格竞争力分析、详情页转化率诊断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2. 大促前：推广+运营+商品+供应链联审货品池/预算池/资源位/页面承接——避免流量到了但库存/权益/承接跟不上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3. 沉淀品类推广打法库，形成「什么品类在什么阶段用什么打法」的可复用模型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515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00" y="519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核心输出：不是交一份推广复盘表，而是输出一份品类增长建议表——让推广数据真正成为经营决策的依据。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下半年规划 03：渠道策略方向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天猫 / 京东 / 拼多多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核心逻辑：不再用同一套ROI标准一刀切——天猫用可控费比换增长，京东在效率底线上恢复规模，拼多多最小成本跑通方法。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44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3B82F6"/>
                </a:solidFill>
                <a:latin typeface="微软雅黑"/>
              </a:defRPr>
            </a:pPr>
            <a:r>
              <a:t>天猫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450000"/>
            <a:ext cx="3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可控费比换增长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000" y="1800000"/>
            <a:ext cx="3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定位：品牌主阵地，市场份额承接渠道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策略：复制Q2联合投放模型——平台联合资源+活动节点+核心爆款，以可控高费比换取确定性销售增长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动作：核心词卡位、推荐扩量、UD站外引流、内容种草回流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边界：高费比必须绑定活动目标+商品池+承接结果。Q2已验证了模型，H2是复制+优化，不是无目标放量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1050000"/>
            <a:ext cx="3400000" cy="4400000"/>
          </a:xfrm>
          <a:prstGeom prst="roundRect">
            <a:avLst/>
          </a:prstGeom>
          <a:solidFill>
            <a:srgbClr val="783E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6000" y="1050000"/>
            <a:ext cx="3400000" cy="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F59E0B"/>
                </a:solidFill>
                <a:latin typeface="微软雅黑"/>
              </a:defRPr>
            </a:pPr>
            <a:r>
              <a:t>京东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6000" y="1450000"/>
            <a:ext cx="3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在效率底线上恢复规模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6000" y="1800000"/>
            <a:ext cx="3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定位：效率修复已完成，H2进入效率+规模平衡阶段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策略：以自营为主，守住高ROI计划不放松，同时核心品类和爆品恢复扩量——不是不控费，是换一个更高的费比目标来控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动作：关键词质量分优化、人群分层扩量、低效词清理、爆品预算保护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边界：优先看ROI环比/费比环比/CPC/CVR变化。如果扩量后ROI环比下滑超过X%，回调预算节奏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关键矛盾：H1销售-16%不可持续——不补量，品类市场份额会继续被蚕食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6000" y="1050000"/>
            <a:ext cx="3400000" cy="4400000"/>
          </a:xfrm>
          <a:prstGeom prst="roundRect">
            <a:avLst/>
          </a:prstGeom>
          <a:solidFill>
            <a:srgbClr val="3B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6000" y="1050000"/>
            <a:ext cx="3400000" cy="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00" y="117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100"/>
              </a:spcAft>
              <a:defRPr sz="2200" b="1">
                <a:solidFill>
                  <a:srgbClr val="8B5CF6"/>
                </a:solidFill>
                <a:latin typeface="微软雅黑"/>
              </a:defRPr>
            </a:pPr>
            <a:r>
              <a:t>拼多多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6000" y="1450000"/>
            <a:ext cx="3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100"/>
              </a:spcAft>
              <a:defRPr sz="1300" b="1">
                <a:solidFill>
                  <a:srgbClr val="F8FAFC"/>
                </a:solidFill>
                <a:latin typeface="微软雅黑"/>
              </a:defRPr>
            </a:pPr>
            <a:r>
              <a:t>最小成本跑通方法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6000" y="1800000"/>
            <a:ext cx="3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定位：9月接手，新增提效场——前两个月不追ROI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策略：先完成账户体检+商品分层+计划结构+投放规则搭建，再进入规模化提效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动作：搜索/场景基础计划搭建、可投商品池筛选、素材AB测试、ROI阈值+止损机制设置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边界：9-10月以学习和验证为主，双11小规模参与验证，12月沉淀规则后做2027年规划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节奏：9月诊断→10月测试→11月小规模验证→12月定规则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570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000" y="574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渠道判断：天猫用可控费比换确定性增长（Q2模型已验证）→京东在效率底线上恢复规模弹性（控费已到临界点）→拼多多先建规则再规模化（9月接手，不急着追ROI）。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组织升级 01：组织成员管理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核心命题：H1一个人盯全局的瓶颈已经显现（长尾品失控、数据工具缺失、全链路断层）。H2需要从「个人能力驱动」升级为「团队+系统驱动」。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05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能力建设：从操作到判断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现状：成员能做基础执行，但缺少平台机制、商品层级、预算节奏的独立判断能力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方向：从「会建计划、会调价」→「会看趋势、会归因、会判断扩量/止损」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方法：ROI/费比/CPC/CVR联动分析训练，商品池分层实操，活动与推广节奏匹配演练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案例：铁蛋半年培养从部门助理→推广助理→成功转岗，验证方法论可复制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105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22C55E"/>
                </a:solidFill>
                <a:latin typeface="微软雅黑"/>
              </a:defRPr>
            </a:pPr>
            <a:r>
              <a:t>分工机制：负责人+助理协同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负责人：平台策略、预算分配、关键账户诊断、跨部门协同——把时间花在判断上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助理：日报数据、异常初筛、计划跟进、素材/关键词维护——把重复劳动标准化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协同SOP：助理每天早上输出昨日异常扫描→负责人10分钟内标注优先级→当天给动作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铁蛋加入后将承担天猫旗舰店的日报监控和异常初筛，释放负责人做策略判断的时间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1050000"/>
            <a:ext cx="3400000" cy="38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6000" y="105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118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100"/>
              </a:spcAft>
              <a:defRPr sz="1600" b="1">
                <a:solidFill>
                  <a:srgbClr val="8B5CF6"/>
                </a:solidFill>
                <a:latin typeface="微软雅黑"/>
              </a:defRPr>
            </a:pPr>
            <a:r>
              <a:t>标准沉淀：方法论产品化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1550000"/>
            <a:ext cx="30000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商品分层SOP：核心爆款/潜力/新品/中长尾→对应投放规则+预算比例+止损线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异常处理清单：ROI下滑/费比上升/CPC异常/CVR波动/消耗突增→对应排查路径+处置动作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复盘机制：周看计划级异常→月看平台结构→活动看商品+承接→季度输出方法论迭代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所有SOP和清单统一归档到推广知识库，新人可在一周内上手基础监控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515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00" y="519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核心逻辑：铁蛋的半年培养→转岗证明了方法论可复制。H2把这个模式系统化——用SOP降低上手门槛，用分工释放负责人精力，用复盘持续迭代方法。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组织升级 02：AI 赋能团队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核心逻辑：AI做数据处理+异常识别+策略草案——把推广负责人从拉表和排查中释放出来。人工做业务判断+动作取舍+执行落地+复盘纠偏——这是AI替代不了的。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6000" y="1100000"/>
            <a:ext cx="3400000" cy="34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6000" y="1100000"/>
            <a:ext cx="3400000" cy="45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8B5CF6"/>
                </a:solidFill>
                <a:latin typeface="微软雅黑"/>
              </a:defRPr>
            </a:pPr>
            <a:r>
              <a:t>AI多维数据处理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000" y="1600000"/>
            <a:ext cx="3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每天自动扫描全平台×全店铺×全品类×全计划的数据，识别消耗/ROI/CPC/CVR的异常波动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从「人工拉表找问题」（周级、易遗漏）→「AI先筛异常，人工判断原因」（日级、全覆盖）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具体场景：每天早上9:00，AI自动输出昨日异常扫描报告，推送到推广群，负责人10分钟标注优先级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6000" y="1100000"/>
            <a:ext cx="3400000" cy="34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6000" y="1100000"/>
            <a:ext cx="3400000" cy="4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3B82F6"/>
                </a:solidFill>
                <a:latin typeface="微软雅黑"/>
              </a:defRPr>
            </a:pPr>
            <a:r>
              <a:t>AI快速定位核心问题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000" y="1600000"/>
            <a:ext cx="3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由总到细的下钻逻辑：平台概览→店铺对比→品类拆解→商品诊断→计划/关键词归因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核心指标模块化：消耗、ROI、CPC、CVR、点击率、加购率、转化率——异常自动标记+趋势预警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AI输出的不是原始数据，是「可能原因」：流量成本变化/转化承接问题/预算节奏失衡/商品竞争力下降/活动资源不足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1100000"/>
            <a:ext cx="3400000" cy="34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6000" y="1100000"/>
            <a:ext cx="3400000" cy="4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00" y="1230000"/>
            <a:ext cx="3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100"/>
              </a:spcAft>
              <a:defRPr sz="1500" b="1">
                <a:solidFill>
                  <a:srgbClr val="22C55E"/>
                </a:solidFill>
                <a:latin typeface="微软雅黑"/>
              </a:defRPr>
            </a:pPr>
            <a:r>
              <a:t>AI专业策略输出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6000" y="1600000"/>
            <a:ext cx="3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沉淀推广指令库：每种异常场景→对应的分析指令+优化建议模板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运营提出组合问题（如：「XX品类最近CPC上升但CVR没变，怎么办」）→AI生成策略草案→负责人校验→指导实操</a:t>
            </a:r>
          </a:p>
          <a:p>
            <a:pPr>
              <a:lnSpc>
                <a:spcPts val="1250"/>
              </a:lnSpc>
              <a:spcAft>
                <a:spcPts val="2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▸ 价值：降低推广指导成本，让团队在没有资深推广在场时也能快速获得标准化判断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" y="480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000" y="484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AI闭环：每日数据清洗→异常自动识别→策略草案生成→人工判断+动作→执行→复盘→反哺指令库。关键原则：AI出初稿，人工做终判。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000"/>
            <a:ext cx="12192000" cy="2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10000"/>
            <a:ext cx="70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100"/>
              </a:spcAft>
              <a:defRPr sz="2400" b="1">
                <a:solidFill>
                  <a:srgbClr val="F8FAFC"/>
                </a:solidFill>
                <a:latin typeface="微软雅黑"/>
              </a:defRPr>
            </a:pPr>
            <a:r>
              <a:t>H2 行动节奏与协同机制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2000" y="140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MILESTONE &amp;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40000"/>
            <a:ext cx="106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H2主线：先建规则 → 接渠道 → 打大促 → 沉淀方法。每个阶段有可验收的产出。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000" y="1000000"/>
            <a:ext cx="2550000" cy="20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1000" y="1000000"/>
            <a:ext cx="2550000" cy="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000" y="1140000"/>
            <a:ext cx="219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7-8月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00" y="1500000"/>
            <a:ext cx="219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产出① 商品分层SOP+预算分配规则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产出② 推广助理+AI日/周监控流程上线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产出③ 天猫/京东H2预算阈值+重点商品池锁定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产出④ 周度复盘模板+异常处理清单v1.0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000" y="1000000"/>
            <a:ext cx="2550000" cy="20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1000" y="1000000"/>
            <a:ext cx="2550000" cy="5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1000" y="1140000"/>
            <a:ext cx="219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8B5CF6"/>
                </a:solidFill>
                <a:latin typeface="微软雅黑"/>
              </a:defRPr>
            </a:pPr>
            <a:r>
              <a:t>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1000" y="1500000"/>
            <a:ext cx="219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产出① 拼多多账户诊断报告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产出② 搜索/场景基础投放规则搭建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产出③ 双11预算框架+货品池初筛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产出④ 推广助理独立承担天猫日报监控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000" y="1000000"/>
            <a:ext cx="2550000" cy="20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000" y="1000000"/>
            <a:ext cx="2550000" cy="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00" y="1140000"/>
            <a:ext cx="219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10-11月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00" y="1500000"/>
            <a:ext cx="219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产出① 双11执行：预算节奏/爆品保护/止损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产出② 大促后复盘报告（平台×商品×素材）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产出③ 拼多多双11小规模验证报告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产出④ 品类增长建议表首次输出给运营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1000" y="1000000"/>
            <a:ext cx="2550000" cy="20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1000" y="1000000"/>
            <a:ext cx="2550000" cy="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1000" y="1140000"/>
            <a:ext cx="219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00"/>
              </a:spcAft>
              <a:defRPr sz="2000" b="1">
                <a:solidFill>
                  <a:srgbClr val="22C55E"/>
                </a:solidFill>
                <a:latin typeface="微软雅黑"/>
              </a:defRPr>
            </a:pPr>
            <a:r>
              <a:t>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1000" y="1500000"/>
            <a:ext cx="219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产出① 年度推广手册v1.0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产出② AI指令库+品类打法库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产出③ 2027年预算与渠道规划建议</a:t>
            </a:r>
          </a:p>
          <a:p>
            <a:pPr>
              <a:lnSpc>
                <a:spcPts val="1125"/>
              </a:lnSpc>
              <a:spcAft>
                <a:spcPts val="200"/>
              </a:spcAft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产出④ 团队能力评估+下一年培养计划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1000" y="1850000"/>
            <a:ext cx="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1000" y="1850000"/>
            <a:ext cx="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1000" y="1850000"/>
            <a:ext cx="1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100"/>
              </a:spcAft>
              <a:defRPr sz="1800" b="1">
                <a:solidFill>
                  <a:srgbClr val="64748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" y="3300000"/>
            <a:ext cx="10752000" cy="15000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000" y="340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Aft>
                <a:spcPts val="100"/>
              </a:spcAft>
              <a:defRPr sz="1900" b="1">
                <a:solidFill>
                  <a:srgbClr val="3B82F6"/>
                </a:solidFill>
                <a:latin typeface="微软雅黑"/>
              </a:defRPr>
            </a:pPr>
            <a:r>
              <a:t>协同机制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0000" y="3800000"/>
            <a:ext cx="35000" cy="20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0000" y="38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3B82F6"/>
                </a:solidFill>
                <a:latin typeface="微软雅黑"/>
              </a:defRPr>
            </a:pPr>
            <a:r>
              <a:t>周度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0000" y="3800000"/>
            <a:ext cx="9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推广与运营同步：助理每周一输出上周异常扫描+本周关注清单，负责人标注优先级后同步对应运营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0000" y="4100000"/>
            <a:ext cx="35000" cy="20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0000" y="41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22C55E"/>
                </a:solidFill>
                <a:latin typeface="微软雅黑"/>
              </a:defRPr>
            </a:pPr>
            <a:r>
              <a:t>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20000" y="4100000"/>
            <a:ext cx="9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推广输出品类建议：基于月度数据复盘，输出品类增长建议表（含预算调整建议+商品优化建议），指导运营下月策略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0000" y="4400000"/>
            <a:ext cx="35000" cy="2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0000" y="4400000"/>
            <a:ext cx="1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100"/>
              </a:spcAft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大促前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20000" y="4400000"/>
            <a:ext cx="9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100"/>
              </a:spcAft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四部门联审：推广+运营+商品+供应链：货品池+预算池+资源位+页面承接联合审查，确保流量到达时全链路已就位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5100000"/>
            <a:ext cx="10752000" cy="420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000" y="5140000"/>
            <a:ext cx="10352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100"/>
              </a:spcAft>
              <a:defRPr sz="1200" b="1">
                <a:solidFill>
                  <a:srgbClr val="F8FAFC"/>
                </a:solidFill>
                <a:latin typeface="微软雅黑"/>
              </a:defRPr>
            </a:pPr>
            <a:r>
              <a:t>年度目标：到2026年底，推广团队具备独立的数据诊断、策略输出和复盘沉淀能力——不再依赖单一个人的行业经验。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00000"/>
            <a:ext cx="12192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80"/>
              </a:lnSpc>
              <a:spcAft>
                <a:spcPts val="100"/>
              </a:spcAft>
              <a:defRPr sz="5400" b="1">
                <a:solidFill>
                  <a:srgbClr val="F8FAFC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6000" y="3100000"/>
            <a:ext cx="3800000" cy="2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350000"/>
            <a:ext cx="12192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100"/>
              </a:spcAft>
              <a:defRPr sz="1700" b="0">
                <a:solidFill>
                  <a:srgbClr val="94A3B8"/>
                </a:solidFill>
                <a:latin typeface="微软雅黑"/>
              </a:defRPr>
            </a:pPr>
            <a:r>
              <a:t>让增长更可控，让效率更稳定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00000"/>
            <a:ext cx="1219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1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