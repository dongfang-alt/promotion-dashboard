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1A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029200" cy="5029200"/>
          </a:xfrm>
          <a:prstGeom prst="ellipse">
            <a:avLst/>
          </a:prstGeom>
          <a:solidFill>
            <a:srgbClr val="1E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50800" cy="25603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2026 推广年中会议汇报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0CAF9"/>
                </a:solidFill>
                <a:latin typeface="Microsoft YaHei"/>
              </a:defRPr>
            </a:pPr>
            <a:r>
              <a:t>E-commerce Promotion Mid-Year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H1 平台复盘  /  H2 三大规划  /  组织升级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017520"/>
            <a:ext cx="5486400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BBD5F0"/>
                </a:solidFill>
                <a:latin typeface="Microsoft YaHei"/>
              </a:defRPr>
            </a:pPr>
            <a:r>
              <a:t>汇报人：东方</a:t>
            </a:r>
          </a:p>
          <a:p>
            <a:pPr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BBD5F0"/>
                </a:solidFill>
                <a:latin typeface="Microsoft YaHei"/>
              </a:defRPr>
            </a:pPr>
            <a:r>
              <a:t>部门：国内营销中心</a:t>
            </a:r>
          </a:p>
          <a:p>
            <a:pPr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BBD5F0"/>
                </a:solidFill>
                <a:latin typeface="Microsoft YaHei"/>
              </a:defRPr>
            </a:pPr>
            <a:r>
              <a:t>汇报时间：2026.07.23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D00"/>
                </a:solidFill>
                <a:latin typeface="Microsoft YaHei"/>
              </a:defRPr>
            </a:pPr>
            <a:r>
              <a:t>从投放执行到增长经营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汇报结构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097280"/>
            <a:ext cx="3108960" cy="6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上半年复盘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74151"/>
                </a:solidFill>
                <a:latin typeface="Microsoft YaHei"/>
              </a:defRPr>
            </a:pPr>
            <a:r>
              <a:t>天猫旗舰店与京东自营的</a:t>
            </a:r>
            <a:br/>
            <a:r>
              <a:t>效率修复与增长矛盾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10896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下半年规划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74151"/>
                </a:solidFill>
                <a:latin typeface="Microsoft YaHei"/>
              </a:defRPr>
            </a:pPr>
            <a:r>
              <a:t>商品分层精细化运营</a:t>
            </a:r>
            <a:br/>
            <a:r>
              <a:t>品类协同与渠道差异化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097280"/>
            <a:ext cx="3108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097280"/>
            <a:ext cx="31089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0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0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组织升级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00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74151"/>
                </a:solidFill>
                <a:latin typeface="Microsoft YaHei"/>
              </a:defRPr>
            </a:pPr>
            <a:r>
              <a:t>降低个人经验依赖</a:t>
            </a:r>
            <a:br/>
            <a:r>
              <a:t>AI工具化与团队能力建设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14800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105156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67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Microsoft YaHei"/>
              </a:defRPr>
            </a:pPr>
            <a:r>
              <a:t>汇报主线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48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74151"/>
                </a:solidFill>
                <a:latin typeface="Microsoft YaHei"/>
              </a:defRPr>
            </a:pPr>
            <a:r>
              <a:t>H1完成推广效率全面修复，H2从「止血」转向「造血」——精细化运营、品类协同、渠道差异化，推动推广从执行动作升级为增长经营能力。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上半年复盘 01：天猫旗舰店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消耗+30.3%，ROI同比+39.3%——钱花得更值了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05840"/>
            <a:ext cx="1280160" cy="62179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82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天猫旗舰店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30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消耗同比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+18.4%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40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10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消耗环比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108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-4.9%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21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ROI同比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+21.2%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3024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724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ROI环比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724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832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532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费比同比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532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640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34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费比环比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40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7448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14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销售同比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148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+10.0%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22560" y="1005840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95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销售环比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9560" y="13106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+4.4%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1874519"/>
            <a:ext cx="1280160" cy="62179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19507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数码旗舰店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30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消耗同比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300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340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10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消耗环比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108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821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ROI同比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3024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724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ROI环比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724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7832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0532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费比同比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532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640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34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费比环比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340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7448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14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CPC同比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148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22560" y="1874519"/>
            <a:ext cx="1097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95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CVR同比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9560" y="21793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4151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292608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2926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04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ROI修复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04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ROI环比+9.5%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040" y="3688080"/>
            <a:ext cx="284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H1推广优化效果明确——消耗放量的同时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ROI同比+39.3%，效率同步提升。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292608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60520" y="2926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3832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费比改善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3832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环比-0.9pt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38320" y="3688080"/>
            <a:ext cx="284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同销售口径下费用效率持续改善，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控费与提效同步成立——不是靠砍预算降费比。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43800" y="292608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43800" y="2926080"/>
            <a:ext cx="32004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2160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平台联合增长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2160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销售同比+10%/环比+4.4%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1600" y="3688080"/>
            <a:ext cx="284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26年签订平台联合计划，Q2模型已跑通：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可控费比+活动绑定→确定性销售增长。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438912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" y="4389120"/>
            <a:ext cx="50292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5040" y="456692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天猫旗舰店核心判断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5040" y="4897120"/>
            <a:ext cx="4673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H1结论：效率修复+销售增长——在合理费比框架内，规模与效率可以兼得。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消耗+30.3%不是浪费，是策略性投入。Q2联合平台高费比合同已验证：只要绑定活动目标/商品池/承接结果，加大投入能换来确定性的销售增长。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H2方向：保爆款、控节奏、抢核心词，将Q2联合投放模型复制到更多活动节点。站外UD引流必须回看站内承接效率。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438912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80760" y="4389120"/>
            <a:ext cx="50292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8560" y="456692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天猫数码旗舰店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58560" y="4897120"/>
            <a:ext cx="4673600" cy="80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新起盘账户，缺少完整同比/环比评价基础——不急于下结论。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短期重点：模型冷启、人群沉淀、素材跑数、商品承接。H2以销售增长为主。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长期定位：天猫平台的多店矩阵补充，先建规则再谈扩量。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0000" y="6527800"/>
            <a:ext cx="914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CA3AF"/>
                </a:solidFill>
                <a:latin typeface="Microsoft YaHei"/>
              </a:defRPr>
            </a:pPr>
            <a:r>
              <a:t>同比=2026H1 vs 2025H1 | 环比=2026H1 vs 2025H2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上半年复盘 02：京东自营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ROI环比+37%——H1效率修复最亮眼的数字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932688"/>
            <a:ext cx="1051560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692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24E0E"/>
                </a:solidFill>
                <a:latin typeface="Microsoft YaHei"/>
              </a:defRPr>
            </a:pPr>
            <a:r>
              <a:t>⚠ 京东自营销售同比-15.8%，核心原因是市场大盘整体下滑，并非控费比导致。控费策略方向正确，H2需在合理费比内提升推广效果，驱动销售回升。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1280160" cy="5943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5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京东自营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300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08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08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08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216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ROI同比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+25.6%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024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724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724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+37%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832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532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费比同比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532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+0.34pt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640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40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费比环比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40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-1.04pt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448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148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销售同比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148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22560" y="155448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9560" y="163068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销售环比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9560" y="185928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-8.1%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2331720"/>
            <a:ext cx="1280160" cy="5943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2382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京东POP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300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消耗同比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1300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3408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108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消耗环比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08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8216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ROI同比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+29.3%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3024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724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ROI环比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724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+38.5%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7832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0532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费比同比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532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+0.14pt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2640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340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费比环比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340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-0.58pt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7448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148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销售同比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148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+2.4%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22560" y="233172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49560" y="240792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销售环比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49560" y="263652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-7.9%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" y="3108960"/>
            <a:ext cx="12801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3159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Mr.Green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1300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1300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3408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6108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108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8216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916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6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3024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724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724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+6.4%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7832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0532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0532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2640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5340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340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-0.68pt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7448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0148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0148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-14.2%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322560" y="3108960"/>
            <a:ext cx="1097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49560" y="318516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CA3AF"/>
                </a:solidFill>
                <a:latin typeface="Microsoft YaHei"/>
              </a:defRPr>
            </a:pPr>
            <a:r>
              <a:t>销售环比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49560" y="341376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-2.8%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4069080"/>
            <a:ext cx="3200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" y="4069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5040" y="4246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ROI大幅提效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5040" y="4577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环比+37%，同比+25.6%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5040" y="4831080"/>
            <a:ext cx="284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京东自营提效最为显著——控费策略方法论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已被数据验证，方向完全正确。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60520" y="4069080"/>
            <a:ext cx="3200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60520" y="4069080"/>
            <a:ext cx="3200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38320" y="4246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费比持续改善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8320" y="4577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环比-1.04pt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8320" y="4831080"/>
            <a:ext cx="284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同销售口径下费比明显下降，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费用效率持续优化，控费策略有效落地。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43800" y="4069080"/>
            <a:ext cx="3200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4069080"/>
            <a:ext cx="320040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21600" y="4246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crosoft YaHei"/>
              </a:defRPr>
            </a:pPr>
            <a:r>
              <a:t>大盘承压≠策略失误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21600" y="4577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销售同比-15.8%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21600" y="4831080"/>
            <a:ext cx="284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销售下滑主因是行业大盘整体下滑，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并非控费比导致。H2需在合理费比内提效+恢复。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7240" y="470916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77240" y="4709160"/>
            <a:ext cx="50292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5040" y="488696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京东自营核心判断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040" y="5217160"/>
            <a:ext cx="467360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H1成绩：效率修复全面达成——ROI环比+37%/同比+25.6%，费比环比-1.04pt。在行业大盘下行背景下，这个成绩更显含金量。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认知升级：销售-15.8%主因是市场大盘下滑，不是推广策略问题。控费比策略方向完全正确，带来了效率的确定性提升。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H2策略：不是在"控费"和"放量"之间二选一，而是在合理费比框架内做效果提升——关键词质量分优化、人群分层扩量，让有限预算产出更高销售。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80760" y="470916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80760" y="4709160"/>
            <a:ext cx="502920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58560" y="488696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POP与Mr.Green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58560" y="5217160"/>
            <a:ext cx="467360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POP：结构补充，ROI+38.5%，效率修复与自营同步。按转化稳定性筛选投入，不追求全面铺量。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Mr.Green：利润型补充，ROI双升、费比双降，可承担利润型补充角色。小众品类，稳定贡献即可。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下半年规划 01：推广精细化提效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从一个人盯核心品，到系统盯全盘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背景：H1一人统筹多店铺多模式，精力只能盯核心品。H2通过推广助理+AI，把监控范围从核心品扩展到全品类×全计划。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24231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2423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640840"/>
            <a:ext cx="2067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核心爆款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71040"/>
            <a:ext cx="20675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保排名·保转化·保预算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2225040"/>
            <a:ext cx="206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看ROI环比/核心词排名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活动承接效果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消耗占60%+，最高优先级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4231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42316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080" y="1640840"/>
            <a:ext cx="2067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潜力单品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080" y="1971040"/>
            <a:ext cx="20675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测人群·测素材·测场景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080" y="2225040"/>
            <a:ext cx="206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看CPC/CVR/加购率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ROI趋势判断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每周评估是否升级为核心爆款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463040"/>
            <a:ext cx="24231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463040"/>
            <a:ext cx="24231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7120" y="1640840"/>
            <a:ext cx="2067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新品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7120" y="1971040"/>
            <a:ext cx="20675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小预算冷启·先跑模型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7120" y="2225040"/>
            <a:ext cx="206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看点击率/加购率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素材胜出率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冷启周期≤14天，到期评估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463040"/>
            <a:ext cx="24231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0" y="1463040"/>
            <a:ext cx="2423160" cy="50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3160" y="1640840"/>
            <a:ext cx="2067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7280"/>
                </a:solidFill>
                <a:latin typeface="Microsoft YaHei"/>
              </a:defRPr>
            </a:pPr>
            <a:r>
              <a:t>中长尾品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3160" y="1971040"/>
            <a:ext cx="20675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低预算验证·快速止损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3160" y="2225040"/>
            <a:ext cx="206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看ROI阈值/转化率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费用泄露排查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连续7天低于盈亏线→暂停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204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520440"/>
            <a:ext cx="329184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040" y="369824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📊 数据监控模板升级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040" y="4028440"/>
            <a:ext cx="2936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制定多维复盘模板——周期复盘、及时发现问题调优、提效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040" y="4282440"/>
            <a:ext cx="293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日看异常：AI自动扫描全平台数据，识别消耗/ROI/CPC/CVR波动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周看趋势：商品层级迁移监控+品类横向对比+费用泄露排查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月看结构：平台结构复盘→品类贡献度→预算再分配→策略调整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覆盖维度：平台→店铺→品类→商品→计划→关键词→人群→素材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核心价值：从事后「发现大问题」→过程「识别小异常」，调优前移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5204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520440"/>
            <a:ext cx="329184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9760" y="369824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👥 人力分工升级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9760" y="4028440"/>
            <a:ext cx="2936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负责人从拉表中释放，投入策略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9760" y="4282440"/>
            <a:ext cx="293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负责人：策略/预算分配/平台打法/关键决策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推广助理：数据整理/异常初筛/计划跟进/素材维护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协同SOP：助理早输出昨日扫描→负责人10分钟标注优先级→当日动作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铁蛋将承担天猫旗舰店日报监控和异常初筛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35204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79" y="3520440"/>
            <a:ext cx="32918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4479" y="369824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🤖 AI工具提效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4479" y="4028440"/>
            <a:ext cx="2936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提速诊断，降低个人经验依赖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4479" y="4282440"/>
            <a:ext cx="293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AI：数据处理+异常识别+趋势归因+策略草稿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人工：业务判断+动作取舍+执行落地+复盘纠偏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原则：AI出初稿，人工做终判——AI替代拉表，不替代判断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目标：团队无资深推广在场时也能快速获得标准化判断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落地机制：日看异常（AI自动扫描推送）→周看商品层级迁移（助理整理→负责人判断）→月看平台结构（负责人输出策略报告）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下半年规划 02：赋能品类增长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目标：通过投放数据反向输出经营建议——哪些品类值得加预算、哪些商品需要调价格、哪些页面承接有问题。让推广从成本中心变为增长参谋。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246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324612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64084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① 数据反馈：识别机会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71040"/>
            <a:ext cx="289052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1. 按品类×商品监控ROI/CPC/CVR/点击率/收藏加购，建立趋势基线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2. 三类机会自动标记：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🔼 低CPC高CVR → 建议放量扩投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⚠ 高点击低转化 → 承接问题，同步运营优化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🔽 高消耗低ROI → 建议止损/收缩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3. 输出给运营：加预算的品类清单、需优化页面/价格/权益的商品清单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4. 从「感觉哪个品好」到「数据告诉哪个品好」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246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24612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480" y="164084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② 组合打法：提升效率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480" y="1971040"/>
            <a:ext cx="289052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1. 搜索=承接明确需求（保转化）；推荐/场景=拓新人群（扩漏斗）；站外种草=补认知（蓄水）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2. 核心品：搜索+推荐联动，保排名保转化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潜力品：小预算多场景测试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新品：先内容种草再站内承接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3. 每类打法绑定复盘指标——不看动作看结果：花了多少钱、带来多少销售、ROI是否在改善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4. 沉淀「什么品类在什么阶段用什么打法」的可复用模型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463040"/>
            <a:ext cx="3246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463040"/>
            <a:ext cx="32461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5920" y="164084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③ 经营协同：放大结果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5920" y="1971040"/>
            <a:ext cx="289052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1. 推广结论同步商品/运营/供应链：爆款备货提醒、价格竞争力分析、详情页转化率诊断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2. 大促前：推广+运营+商品+供应链联审货品池/预算池/资源位/页面承接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3. 沉淀品类推广打法库，形成可复用的方法论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4. 核心输出：品类增长建议表——让推广数据真正成为经营决策依据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DC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核心输出：品类增长建议表——哪些品加预算、哪些品调承接、哪些品止损。让推广数据成为经营决策的依据。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下半年规划 03：渠道策略方向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天猫 / 京东 / 拼多多——差异化ROI标准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核心逻辑：不再用同一套ROI标准一刀切——天猫用可控费比换增长，京东在合理费比内提效+恢复规模，拼多多最小成本跑通方法。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324612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59512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天猫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25320"/>
            <a:ext cx="28905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可控费比换增长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2179320"/>
            <a:ext cx="2890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定位：品牌主阵地，市场份额承接渠道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策略：复制Q2联合投放模型——平台联合资源+活动节点+核心爆款，以可控高费比换确定性销售增长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动作：核心词卡位、推荐扩量、UD站外引流、内容种草回流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边界：高费比必须绑定活动目标+商品池+承接结果。Q2已验证，H2是复制+优化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2461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24612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5480" y="159512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京东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480" y="1925320"/>
            <a:ext cx="28905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合理费比内提效+恢复规模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5480" y="2179320"/>
            <a:ext cx="2890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定位：效率修复已完成（ROI环比+37%），H2进入效率+规模平衡阶段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市场背景：H1销售-15.8%主因是行业大盘下滑，不是控费比导致——控费策略方向正确，但不补量份额会继续被蚕食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策略：在合理费比框架内做效果提升、驱动销售回升。不是"控费or放量"二选一，是换更有进攻性的控费目标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动作：关键词质量分优化、人群分层扩量、低效词清理、爆品预算保护——让有限预算产出更高销售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关键判断：控费≠不花钱，是花得更聪明。在合理费比区间内，效果提升就是最好的费比节省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32461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1417320"/>
            <a:ext cx="324612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5920" y="1595120"/>
            <a:ext cx="2890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拼多多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5920" y="1925320"/>
            <a:ext cx="28905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最小成本跑通方法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5920" y="2179320"/>
            <a:ext cx="2890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定位：9月接手，新增提效场——前两个月不追ROI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策略：先账户体检+商品分层+计划结构+投放规则搭建，再规模化提效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动作：搜索/场景基础计划搭建、可投商品池筛选、素材AB测试、ROI阈值+止损机制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边界：9-10月学习和验证为主，双11小规模参与，12月沉淀规则后做2027规划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节奏：9月诊断→10月测试→11月小规模验证→12月定规则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渠道判断：天猫用可控费比换增长（Q2已验证）→京东在合理费比内提效+恢复规模（控费已到临界点，攻守兼备）→拼多多先建规则再规模化（9月接手，不急追ROI）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组织升级 01：团队能力建设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核心命题：H1一个人盯全局的瓶颈已显现。H2从「个人能力驱动」→「团队+系统驱动」。铁蛋半年培养→转岗已验证方法论可复制。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32918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📚 推广系统培训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25320"/>
            <a:ext cx="2936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CA3AF"/>
                </a:solidFill>
                <a:latin typeface="Microsoft YaHei"/>
              </a:defRPr>
            </a:pPr>
            <a:r>
              <a:t>指导提升运营理论+实操能力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2179320"/>
            <a:ext cx="2936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理论基础：平台竞价机制、人群策略、商品分层逻辑、预算节奏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实操训练：计划搭建、关键词优化、素材AB测试、数据解读与归因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ROI/费比/CPC/CVR联动分析训练——从单指标看数字到多指标看关系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培训节奏：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月度专题（平台规则更新+行业趋势+新工具）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周度案例复盘（最优/最差计划拆解+归因）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   日常实操带教（助理独立承担→负责人校验）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验证案例：铁蛋从部门助理→推广助理→成功转岗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29184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548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👥 负责人+助理协同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480" y="1925320"/>
            <a:ext cx="293624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负责人：平台策略、预算分配、关键账户诊断、跨部门协同——把时间花在判断上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助理：日报数据、异常初筛、计划跟进、素材/关键词维护——把重复劳动标准化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协同SOP：助理每天早上输出昨日异常扫描→负责人10分钟标注优先级→当天动作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铁蛋加入后将承担天猫旗舰店的日报监控和异常初筛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1417320"/>
            <a:ext cx="3291840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592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📋 方法论产品化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5920" y="1925320"/>
            <a:ext cx="293624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商品分层SOP：核心爆款/潜力/新品/中长尾→投放规则+预算比例+止损线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异常处理清单：ROI下滑/费比上升/CPC异常/CVR波动→排查路径+处置动作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复盘机制：周看计划级异常→月看平台结构→活动看商品承接→季度迭代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所有SOP统一归档推广知识库，新人可一周内上手基础监控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核心逻辑：铁蛋半年培养→转岗证明方法论可复制。H2系统化——用培训建能力，用SOP降门槛，用分工释放精力，用复盘持续迭代。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组织升级 02：AI 赋能团队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核心逻辑：AI做数据处理+异常识别+策略草案——从拉表和排查中释放。人工做业务判断+动作取舍+执行+复盘——AI替代不了。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329184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Microsoft YaHei"/>
              </a:defRPr>
            </a:pPr>
            <a:r>
              <a:t>① AI多维数据处理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25320"/>
            <a:ext cx="293624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每天自动扫描全平台×全店铺×全品类×全计划数据，识别异常波动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从「人工拉表找问题」（周级、易遗漏）→「AI先筛异常，人工判断原因」（日级、全覆盖）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场景：每天早上9:00，AI自动输出昨日异常扫描报告，推送推广群，负责人10分钟标注优先级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29184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48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② AI快速定位核心问题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480" y="1925320"/>
            <a:ext cx="293624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由总到细下钻：平台概览→店铺对比→品类拆解→商品诊断→计划/关键词归因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核心指标模块化：消耗、ROI、CPC、CVR、点击率、加购率、转化率——异常自动标记+趋势预警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AI输出「可能原因」：流量成本变化/转化承接问题/预算节奏失衡/商品竞争力下降/活动资源不足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417320"/>
            <a:ext cx="32918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417320"/>
            <a:ext cx="32918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5920" y="1595120"/>
            <a:ext cx="29362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③ AI专业策略输出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5920" y="1925320"/>
            <a:ext cx="293624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沉淀推广指令库：每种异常场景→分析指令+优化建议模板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运营提出组合问题（如：XX品类CPC上升但CVR没变）→AI生成策略草案→负责人校验→指导实操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50" b="0">
                <a:solidFill>
                  <a:srgbClr val="374151"/>
                </a:solidFill>
                <a:latin typeface="Microsoft YaHei"/>
              </a:defRPr>
            </a:pPr>
            <a:r>
              <a:t>▸ 价值：降低推广指导成本，团队无资深推广在场也能快速获得标准化判断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AI闭环：数据清洗→异常识别→策略草案→人工判断+动作→执行→复盘→反哺指令库。关键原则：AI出初稿，人工做终判。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H2 行动节奏与协同机制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D5F0"/>
                </a:solidFill>
                <a:latin typeface="Microsoft YaHei"/>
              </a:defRPr>
            </a:pPr>
            <a:r>
              <a:t>MILESTONE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H2主线：先建规则 → 接渠道 → 打大促 → 沉淀方法。每个阶段有可验收的产出。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2468880" cy="6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040" y="1524000"/>
            <a:ext cx="211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65C0"/>
                </a:solidFill>
                <a:latin typeface="Microsoft YaHei"/>
              </a:defRPr>
            </a:pPr>
            <a:r>
              <a:t>7-8月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040" y="1981200"/>
            <a:ext cx="211328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① 商品分层SOP+预算分配规则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② 推广助理+AI日/周监控上线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③ 天猫/京东H2预算+重点商品池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④ 周度复盘模板+异常处理清单v1.0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⑤ 推广系统培训第一期启动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468880" cy="635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6800" y="1524000"/>
            <a:ext cx="211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897B"/>
                </a:solidFill>
                <a:latin typeface="Microsoft YaHei"/>
              </a:defRPr>
            </a:pPr>
            <a:r>
              <a:t>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6800" y="1981200"/>
            <a:ext cx="211328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① 拼多多账户诊断报告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② 搜索/场景基础投放规则搭建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③ 双11预算框架+货品池初筛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④ 推广助理独立承担天猫日报监控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37160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246888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8560" y="1524000"/>
            <a:ext cx="211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6D00"/>
                </a:solidFill>
                <a:latin typeface="Microsoft YaHei"/>
              </a:defRPr>
            </a:pPr>
            <a:r>
              <a:t>10-11月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8560" y="1981200"/>
            <a:ext cx="211328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① 双11执行：预算/爆品保护/止损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② 大促后复盘（平台×商品×素材）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③ 拼多多双11小规模验证报告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④ 品类增长建议表首次输出运营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37160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1371600"/>
            <a:ext cx="246888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0320" y="1524000"/>
            <a:ext cx="211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12月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0320" y="1981200"/>
            <a:ext cx="211328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① 年度推广手册v1.0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② AI指令库+品类打法库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③ 2027年预算与渠道规划建议</a:t>
            </a:r>
          </a:p>
          <a:p>
            <a:pPr algn="l">
              <a:lnSpc>
                <a:spcPct val="135000"/>
              </a:lnSpc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374151"/>
                </a:solidFill>
                <a:latin typeface="Microsoft YaHei"/>
              </a:defRPr>
            </a:pPr>
            <a:r>
              <a:t>④ 团队能力评估+下年培养计划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1020" y="24231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2780" y="24231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4540" y="24231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977639"/>
            <a:ext cx="10515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04639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Microsoft YaHei"/>
              </a:defRPr>
            </a:pPr>
            <a:r>
              <a:t>协同机制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587239"/>
            <a:ext cx="38100" cy="203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561839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Microsoft YaHei"/>
              </a:defRPr>
            </a:pPr>
            <a:r>
              <a:t>周度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561839"/>
            <a:ext cx="84124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推广与运营同步：助理每周一输出上周异常扫描+本周关注清单，负责人标注优先级后同步对应运营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5044439"/>
            <a:ext cx="38100" cy="203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019039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Microsoft YaHei"/>
              </a:defRPr>
            </a:pPr>
            <a:r>
              <a:t>月度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019039"/>
            <a:ext cx="84124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推广输出品类建议：基于月度数据复盘，输出品类增长建议表（含预算调整+商品优化建议），指导运营下月策略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5501639"/>
            <a:ext cx="38100" cy="203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476239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Microsoft YaHei"/>
              </a:defRPr>
            </a:pPr>
            <a:r>
              <a:t>大促前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476239"/>
            <a:ext cx="84124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四部门联审：推广+运营+商品+供应链：货品池+预算池+资源位+页面承接联合审查，确保全链路就位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000" y="6299200"/>
            <a:ext cx="10752000" cy="4318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000" y="6362700"/>
            <a:ext cx="1049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74151"/>
                </a:solidFill>
                <a:latin typeface="Microsoft YaHei"/>
              </a:defRPr>
            </a:pPr>
            <a:r>
              <a:t>年度目标：到2026年底，推广团队具备独立的数据诊断、策略输出和复盘沉淀能力——不再依赖单一个人的行业经验。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1828800"/>
            <a:ext cx="7315200" cy="7315200"/>
          </a:xfrm>
          <a:prstGeom prst="ellipse">
            <a:avLst/>
          </a:prstGeom>
          <a:solidFill>
            <a:srgbClr val="1A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E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1A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926080"/>
            <a:ext cx="3931920" cy="25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00400"/>
            <a:ext cx="1219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BD5F0"/>
                </a:solidFill>
                <a:latin typeface="Microsoft YaHei"/>
              </a:defRPr>
            </a:pPr>
            <a:r>
              <a:t>让增长更可控，让效率更稳定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0CAF9"/>
                </a:solidFill>
                <a:latin typeface="Microsoft YaHei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