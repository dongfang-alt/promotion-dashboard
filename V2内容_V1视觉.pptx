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72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457200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75169"/>
                </a:solidFill>
                <a:latin typeface="Arial"/>
              </a:defRPr>
            </a:pPr>
            <a:r>
              <a:t>H1 平台复盘 / H2 三大规划 / 组织升级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部门：电商推广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BEFF5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9728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940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48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984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48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围绕商品分层、品类增长和渠道策略，形成可执行的投放打法。</a:t>
            </a:r>
            <a:br/>
            <a:r>
              <a:t>把预算、人群、关键词、素材和止损规则落到具体经营场景。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97280"/>
            <a:ext cx="32461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097280"/>
            <a:ext cx="3246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5920" y="1249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0280" y="1249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5920" y="1706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通过成员能力建设、协同机制和 AI 工具化，降低对个人经验的依赖。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1051560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440" y="3190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19024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Arial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上半年复盘 01：天猫店铺表现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补充销售增长，用于说明平台联合高费比投入的阶段性效果。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849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18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18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+30.3%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484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484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-0.8%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50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+39.3%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416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416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+10.4%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382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382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348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48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14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14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-27.9%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50876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2800" y="154686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2800" y="167386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+15.5%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113788"/>
            <a:ext cx="10058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407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897B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51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1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48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48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45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45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416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416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382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382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34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34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1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1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3317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28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28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315468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31546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240" y="328168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240" y="351028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ROI 环比 +10.4%，费比环比 -0.9pt，说明相较 2025H2，旗舰店推广效率明显改善。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315468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60" y="31546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8960" y="328168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ROI环比 +10.4% / 费比环比 -0.9pt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8960" y="351028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  <a:br/>
            <a:r>
              <a:t>同销售费比下降，效率修复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18120" y="3154680"/>
            <a:ext cx="3291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315468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45120" y="328168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仅保留销售指标：旗舰店 Q2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45120" y="3510280"/>
            <a:ext cx="3037840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 Q2 销售同比 +9.6%，环比 +24.4%。</a:t>
            </a:r>
            <a:br/>
            <a:r>
              <a:t>说明：仅在旗舰店 Q2 补充销售增长指标，其余均聚焦消耗节奏和 ROI 变化。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4526280"/>
            <a:ext cx="1051560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" y="452628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4240" y="4653280"/>
            <a:ext cx="10261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天猫结论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4240" y="4881880"/>
            <a:ext cx="10261600" cy="98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旗舰店是主线，讲清"Q2 销售增长明显，同时 H1 ROI 环比提升、费比环比下降"；数码旗舰店只作为新起盘补充，不展开。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上半年复盘 02：京东店铺表现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8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1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1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48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48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5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+25.3%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416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416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+36.4%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382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382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+0.3pt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348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48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-1.0pt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14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14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-15.4%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417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2800" y="14554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2800" y="15824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+11.4%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057400"/>
            <a:ext cx="10058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82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897B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51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1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48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48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45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45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416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416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382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382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348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348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14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14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331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2800" y="236982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2800" y="249682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+12.9%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3022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Mr.Green自营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1168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18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7518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0134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6484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6484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100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450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450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+8.5%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8066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4416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416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+6.5%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7032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3382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382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5998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2348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2348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-0.7pt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1314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314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-12.2%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39300" y="297180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02800" y="3009900"/>
            <a:ext cx="94996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2800" y="3136900"/>
            <a:ext cx="9499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3657600"/>
            <a:ext cx="32918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" y="365760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424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优化效果：自营效率提升明显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240" y="4013200"/>
            <a:ext cx="303784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京东自营 ROI 同比 +25.3%、环比 +36.4%，是 H1 推广优化最明确的店铺。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51960" y="3657600"/>
            <a:ext cx="32918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51960" y="365760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7896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ROI环比 +36.4% / 费比环比 -1.0pt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78960" y="4013200"/>
            <a:ext cx="303784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  <a:br/>
            <a:r>
              <a:t>同销售费比下降，控费提效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3657600"/>
            <a:ext cx="329184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18120" y="3657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45120" y="378460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POP / Mr.Green：稍带过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45120" y="4013200"/>
            <a:ext cx="303784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 POP：ROI 同比 +26.3%、环比 +35.1%，作为结构补充，按转化稳定性筛投入。</a:t>
            </a:r>
            <a:br/>
            <a:r>
              <a:t>Mr.Green 自营：ROI +8.5%，利润型补充角色。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" y="4983480"/>
            <a:ext cx="1051560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7240" y="498348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4240" y="5110480"/>
            <a:ext cx="10261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京东结论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4240" y="5339080"/>
            <a:ext cx="10261600" cy="98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自营是主线，重点讲清"ROI 提升明显、同销售费比下降明显"；POP、Mr.Green 作为补充渠道，按效率阈值筛选投入，不单独展开。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从核心品类关注到全维度监控调优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工具辅助，把监控范围扩展到全品类、全商品层级、全计划维度。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监控范围升级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2920"/>
            <a:ext cx="308356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过去：核心品类、爆款商品、主要账户优先，长尾品和细分计划难持续跟踪。</a:t>
            </a:r>
            <a:br/>
            <a:r>
              <a:t>升级：覆盖平台、店铺、品类、商品、计划、关键词、人群、素材。</a:t>
            </a:r>
            <a:br/>
            <a:r>
              <a:t>目标：从"事后发现大问题"转向"过程识别小异常"。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772920"/>
            <a:ext cx="308356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推广负责人：策略判断、预算分配、平台打法、关键问题决策。</a:t>
            </a:r>
            <a:br/>
            <a:r>
              <a:t>推广助理：数据整理和跟进、异常初筛、计划执行和素材关键词维护。</a:t>
            </a:r>
            <a:br/>
            <a:r>
              <a:t>协同 SOP：助理输出前一天异常扫描→负责人 10 分钟标注→当天动作。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4432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3. AI 工具提效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772920"/>
            <a:ext cx="308356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AI 负责多维数据处理、异常识别、趋势归因和策略草案。</a:t>
            </a:r>
            <a:br/>
            <a:r>
              <a:t>人工负责业务判断、动作取舍、执行落地和复盘纠偏。</a:t>
            </a:r>
            <a:br/>
            <a:r>
              <a:t>目标：提升诊断速度，降低对个人经验的依赖。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54680"/>
            <a:ext cx="2514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154680"/>
            <a:ext cx="2514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240" y="328168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240" y="3510280"/>
            <a:ext cx="226060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保排名、保转化、保预算。</a:t>
            </a:r>
            <a:br/>
            <a:r>
              <a:t>消耗占比 60%+，优先级最高。</a:t>
            </a:r>
            <a:br/>
            <a:r>
              <a:t>看 ROI 环比、核心词排名和活动承接。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154680"/>
            <a:ext cx="2514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154680"/>
            <a:ext cx="25146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6000" y="328168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0" y="3510280"/>
            <a:ext cx="226060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测人群、测素材、测场景。</a:t>
            </a:r>
            <a:br/>
            <a:r>
              <a:t>看 CPC、CVR、加购率和 ROI 趋势。</a:t>
            </a:r>
            <a:br/>
            <a:r>
              <a:t>每周评估是否升级为核心爆款。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154680"/>
            <a:ext cx="2514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154680"/>
            <a:ext cx="25146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7760" y="328168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7760" y="3510280"/>
            <a:ext cx="226060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小预算冷启，先跑模型。</a:t>
            </a:r>
            <a:br/>
            <a:r>
              <a:t>看点击率、加购率和素材胜出率。</a:t>
            </a:r>
            <a:br/>
            <a:r>
              <a:t>冷启周期 ≤ 14 天，到期评估。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3154680"/>
            <a:ext cx="2514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3154680"/>
            <a:ext cx="2514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9520" y="3281680"/>
            <a:ext cx="2260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9520" y="3510280"/>
            <a:ext cx="2260600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低预算验证，快速止损。</a:t>
            </a:r>
            <a:br/>
            <a:r>
              <a:t>看 ROI 阈值、转化率和费用泄露。</a:t>
            </a:r>
            <a:br/>
            <a:r>
              <a:t>连续 7 天低于盈亏线→自动暂停。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落地机制：日看异常、周看商品层级迁移、月看平台结构；推广助理负责数据与跟进，AI 负责初筛和策略草案，负责人负责判断和关键决策。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通过推广数据反推经营动作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329184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18640"/>
            <a:ext cx="303784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按品类/商品监控 ROI、CPC、CVR、点击率、收藏加购和转化趋势。</a:t>
            </a:r>
            <a:br/>
            <a:r>
              <a:t>识别三类机会：低 CPC 高 CVR 的放量机会；高点击低转化的承接问题；高消耗低 ROI 的止损对象。</a:t>
            </a:r>
            <a:br/>
            <a:r>
              <a:t>输出给运营：哪些品类值得加预算，哪些商品需要优化页面、价格或权益。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29184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18640"/>
            <a:ext cx="303784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搜索负责承接明确需求，推荐/场景负责拓新人群，站外种草负责补认知。</a:t>
            </a:r>
            <a:br/>
            <a:r>
              <a:t>核心品：搜索+推荐联动，保排名保转化。</a:t>
            </a:r>
            <a:br/>
            <a:r>
              <a:t>潜力品：小预算多场景测试。新品：先内容种草再站内承接。</a:t>
            </a:r>
            <a:br/>
            <a:r>
              <a:t>每类打法绑定复盘指标——不看动作看结果。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329184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6304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3.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18640"/>
            <a:ext cx="3037840" cy="24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推广结论同步给商品、运营和供应链：爆款备货提醒、价格竞争分析、详情页转化诊断。</a:t>
            </a:r>
            <a:br/>
            <a:r>
              <a:t>大促前：推广+运营+商品+供应链联合审查货品池、预算、资源位和页面承接方案。</a:t>
            </a:r>
            <a:br/>
            <a:r>
              <a:t>沉淀品类打法库，形成可复用的增长方法论。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天猫 / 京东 / 拼多多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天猫：平台联合 + 高费比阶段抢占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292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角色定位：品牌主阵地和市场份额承接渠道。</a:t>
            </a:r>
            <a:br/>
            <a:r>
              <a:t>策略重点：围绕平台联合资源、活动节点和核心爆款，阶段性接受高费比换取市场曝光与销售增长。</a:t>
            </a:r>
            <a:br/>
            <a:r>
              <a:t>执行动作：核心词卡位、推荐扩量、UD 站外引流、内容种草回流，重点看 Q2 类似联合投放效果。</a:t>
            </a:r>
            <a:br/>
            <a:r>
              <a:t>管理边界：高费比必须绑定活动目标、商品池和承接结果，避免无目标放量。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京东：效率优先 + 爆品恢复弹性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77292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角色定位：效率修复和利润稳定渠道。</a:t>
            </a:r>
            <a:br/>
            <a:r>
              <a:t>策略重点：守住高 ROI 计划不放松，同时在核心品类和爆品恢复扩量弹性。</a:t>
            </a:r>
            <a:br/>
            <a:r>
              <a:t>执行动作：关键词质量分优化、人群分层扩量、低效词清理、爆品预算保护。</a:t>
            </a:r>
            <a:br/>
            <a:r>
              <a:t>管理边界：不搞一刀切控费，而是在守住 ROI 底线的前提下做有节奏的恢复。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29184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拼多多：账户诊断 + 规则先行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772920"/>
            <a:ext cx="3037840" cy="258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角色定位：9 月接手后的新增提效场。</a:t>
            </a:r>
            <a:br/>
            <a:r>
              <a:t>策略重点：先完成账户体检、商品分层、计划结构和投放规则搭建，再进入规模化提效。</a:t>
            </a:r>
            <a:br/>
            <a:r>
              <a:t>执行动作：搜索/场景基础计划搭建、可投商品池筛选、素材 AB 测试、ROI 阈值和止损机制设置。</a:t>
            </a:r>
            <a:br/>
            <a:r>
              <a:t>节奏：9月诊断→10月测试→11月双11小规模验证→12月定规则。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渠道判断：天猫用资源换增长，但要看承接；京东用效率守利润，但要补弹性；拼多多先建规则，再进入规模化提效。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组织升级 01：组织成员管理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能力建设 / 分工机制 / 降低关键人员依赖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81328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608328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1. 能力短板：从操作能力到经营判断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36928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当前问题：成员能做基础执行，但对平台机制、商品层级和预算节奏的判断不足。</a:t>
            </a:r>
            <a:br/>
            <a:r>
              <a:t>能力方向：从"会建计划、会调价"升级为"会看趋势、会归因、会判断扩量/止损"。</a:t>
            </a:r>
            <a:br/>
            <a:r>
              <a:t>培养重点：ROI/费比/CPC/CVR 联动分析，商品池分层，活动节奏与推广节奏匹配。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81328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81328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608328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36928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推广负责人：负责平台策略、预算分配、关键账户诊断、跨部门协同。</a:t>
            </a:r>
            <a:br/>
            <a:r>
              <a:t>推广助理：负责日报数据、异常初筛、计划跟进、素材和关键词维护。</a:t>
            </a:r>
            <a:br/>
            <a:r>
              <a:t>协同 SOP：助理每天早上输出昨日异常扫描→负责人 10 分钟标注优先级→当天给动作。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81328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81328"/>
            <a:ext cx="33375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608328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3. 标准沉淀：减少经验黑箱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36928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建立商品分层 SOP：核心爆款、潜力单品、新品、中长尾品分别对应投放规则、预算比例和止损底线。</a:t>
            </a:r>
            <a:br/>
            <a:r>
              <a:t>异常处理清单：ROI 下滑、费比上升、CPC 异常、CVR 波动等，匹配对应的排查路径和处置动作。</a:t>
            </a:r>
            <a:br/>
            <a:r>
              <a:t>复盘机制：周看计划异常、月看平台结构、活动看商品承接，季度输出方法论迭代。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组织升级不是增加人手本身，而是用清晰分工和标准流程，把团队从"被动执行"推向"主动诊断、主动优化"。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AI 策略与实际工作结合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565C0"/>
                </a:solidFill>
                <a:latin typeface="Arial"/>
              </a:defRPr>
            </a:pPr>
            <a:r>
              <a:t>1. AI 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18640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把平台、店铺、商品、计划、关键词数据结构化，自动识别消耗、ROI、CPC、CVR 的异常变化。</a:t>
            </a:r>
            <a:br/>
            <a:r>
              <a:t>从"人工拉表找问题"升级为"AI 先筛异常，人工判断原因"。</a:t>
            </a:r>
            <a:br/>
            <a:r>
              <a:t>优先建立日报异常提醒和周度复盘摘要。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468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4680" y="1818640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由总到细：先看平台，再看店铺，再看商品，再看计划/关键词。</a:t>
            </a:r>
            <a:br/>
            <a:r>
              <a:t>核心指标模块化：消耗、ROI、CPC、CVR、点击率、加购率、转化率——异常自动标记+趋势预警。</a:t>
            </a:r>
            <a:br/>
            <a:r>
              <a:t>AI 输出的不是原始数据，是"可能原因"：流量成本变化、转化承接问题、预算节奏失衡。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333756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63040"/>
            <a:ext cx="333756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12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3. AI 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120" y="1818640"/>
            <a:ext cx="3083560" cy="24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沉淀推广指令库：不同异常场景对应不同分析指令和优化建议。</a:t>
            </a:r>
            <a:br/>
            <a:r>
              <a:t>运营提出组合问题→AI 生成策略草案→负责人校验→指导实操。</a:t>
            </a:r>
            <a:br/>
            <a:r>
              <a:t>降低推广指导成本，团队在没有资深推广在场时也能获得标准化判断。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26200"/>
            <a:ext cx="1063752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840" y="6464300"/>
            <a:ext cx="10434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75169"/>
                </a:solidFill>
                <a:latin typeface="Arial"/>
              </a:defRPr>
            </a:pPr>
            <a:r>
              <a:t>AI 闭环：数据清洗 -&gt; 异常识别 -&gt; 策略草案 -&gt; 人工判断 -&gt; 执行复盘 -&gt; 指令库沉淀。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685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BBD5F0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24688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246888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Arial"/>
              </a:defRPr>
            </a:pPr>
            <a:r>
              <a:t>7-8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823720"/>
            <a:ext cx="22148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完善商品分层规则、周度复盘模板和异常处理清单。</a:t>
            </a:r>
            <a:br/>
            <a:r>
              <a:t>明确天猫、京东预算阈值和重点商品池。</a:t>
            </a:r>
            <a:br/>
            <a:r>
              <a:t>接手拼多多，完成账户诊断、商品分层、计划结构梳理。</a:t>
            </a:r>
            <a:br/>
            <a:r>
              <a:t>建立搜索/场景基础投放规则。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4688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24688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00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97B"/>
                </a:solidFill>
                <a:latin typeface="Arial"/>
              </a:defRPr>
            </a:pPr>
            <a:r>
              <a:t>9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1823720"/>
            <a:ext cx="22148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双11 预算框架和货品池初筛。</a:t>
            </a:r>
            <a:br/>
            <a:r>
              <a:t>推广助理独立承担天猫旗舰店日报监控。</a:t>
            </a:r>
            <a:br/>
            <a:r>
              <a:t>AI 日/周监控流程正式启用。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417320"/>
            <a:ext cx="24688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417320"/>
            <a:ext cx="24688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776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Arial"/>
              </a:defRPr>
            </a:pPr>
            <a:r>
              <a:t>10-11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7760" y="1823720"/>
            <a:ext cx="22148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围绕双11执行预算节奏、爆品保护、低效止损。</a:t>
            </a:r>
            <a:br/>
            <a:r>
              <a:t>大促后完成平台×商品×素材的全维度复盘报告。</a:t>
            </a:r>
            <a:br/>
            <a:r>
              <a:t>拼多多小规模参与双11验证。</a:t>
            </a:r>
            <a:br/>
            <a:r>
              <a:t>输出首份品类增长建议表给运营。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417320"/>
            <a:ext cx="24688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417320"/>
            <a:ext cx="24688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9520" y="15189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12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9520" y="1823720"/>
            <a:ext cx="22148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75169"/>
                </a:solidFill>
                <a:latin typeface="Arial"/>
              </a:defRPr>
            </a:pPr>
            <a:r>
              <a:t>沉淀年度推广手册、AI 指令库和品类打法库。</a:t>
            </a:r>
            <a:br/>
            <a:r>
              <a:t>输出 2027 年预算与渠道规划建议。</a:t>
            </a:r>
            <a:br/>
            <a:r>
              <a:t>团队能力评估和下一年度培养计划。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3720" y="224028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5480" y="224028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7240" y="224028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520440"/>
            <a:ext cx="105156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440" y="362204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440" y="402844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02844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推广与运营同步异常和动作；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440" y="440944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40944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推广输出品类增长建议；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440" y="4790440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6D00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790440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推广+运营+商品+供应链联合审查货品池、预算池、资源位和页面承接。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