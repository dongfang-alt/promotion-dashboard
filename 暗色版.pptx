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-1371600"/>
            <a:ext cx="6858000" cy="68580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5029200" cy="50292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50800" cy="2560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2026 推广年中会议汇报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E-commerce Promotion Mid-Year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H1 平台复盘 / H2 三大规划 / 组织升级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017520"/>
            <a:ext cx="5486400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303520"/>
            <a:ext cx="365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汇报时间：2026.07.23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600000"/>
            <a:ext cx="365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部门：电商推广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5669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DD4BF"/>
                </a:solidFill>
                <a:latin typeface="Calibri"/>
              </a:defRPr>
            </a:pPr>
            <a:r>
              <a:t>从投放执行到增长经营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汇报结构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CONTENTS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097280"/>
            <a:ext cx="3108960" cy="2560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097280"/>
            <a:ext cx="3108960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2040" y="1234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563EB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4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上半年复盘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40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7C6D8"/>
                </a:solidFill>
                <a:latin typeface="Calibri"/>
              </a:defRPr>
            </a:pPr>
            <a:r>
              <a:t>先看平台内各店铺同比、环比表现，明确主力店铺与补充店铺的角色。</a:t>
            </a:r>
            <a:br/>
            <a:r>
              <a:t>重点拆解天猫旗舰店和京东自营的效率矛盾与优化方向。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13200" y="1097280"/>
            <a:ext cx="3108960" cy="2560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3200" y="1097280"/>
            <a:ext cx="3108960" cy="635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8000" y="1234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6A34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下半年规划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8000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7C6D8"/>
                </a:solidFill>
                <a:latin typeface="Calibri"/>
              </a:defRPr>
            </a:pPr>
            <a:r>
              <a:t>围绕商品分层、品类增长和渠道策略，形成可执行的投放打法。</a:t>
            </a:r>
            <a:br/>
            <a:r>
              <a:t>把预算、人群、关键词、素材和止损规则落到具体经营场景。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49160" y="1097280"/>
            <a:ext cx="3108960" cy="2560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49160" y="1097280"/>
            <a:ext cx="3108960" cy="635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3960" y="1234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DD4B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396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组织升级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3960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7C6D8"/>
                </a:solidFill>
                <a:latin typeface="Calibri"/>
              </a:defRPr>
            </a:pPr>
            <a:r>
              <a:t>通过成员能力建设、协同机制和 AI 工具化，降低对个人经验的依赖。</a:t>
            </a:r>
            <a:br/>
            <a:r>
              <a:t>让数据诊断、策略输出和复盘沉淀成为团队稳定能力。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114800"/>
            <a:ext cx="10515600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14800"/>
            <a:ext cx="105156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672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汇报主线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6482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从上半年平台与店铺表现出发，识别增长效率和费用节奏问题；下半年通过商品分层、品类协同和渠道差异化策略，推动推广从执行动作升级为增长经营能力。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上半年复盘 01：天猫店铺表现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最新数据源 / ROI 用同比、环比百分比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36600"/>
            <a:ext cx="10515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天猫板块以旗舰店为核心展开：常规复盘去掉销售指标，聚焦消耗节奏、ROI变化、费比变化和流量效率；仅在旗舰店 Q2 补充销售增长，用于说明平台联合高费比投入的阶段性效果。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005840"/>
            <a:ext cx="1280160" cy="6217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087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天猫旗舰店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00584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6220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消耗同比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220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97316"/>
                </a:solidFill>
                <a:latin typeface="Calibri"/>
              </a:defRPr>
            </a:pPr>
            <a:r>
              <a:t>+30.3%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4080" y="100584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028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消耗环比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028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F4444"/>
                </a:solidFill>
                <a:latin typeface="Calibri"/>
              </a:defRPr>
            </a:pPr>
            <a:r>
              <a:t>-0.8%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82160" y="100584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836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ROI同比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836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+39.3%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30240" y="100584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ROI环比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+10.4%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78320" y="100584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452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费比同比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452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97316"/>
                </a:solidFill>
                <a:latin typeface="Calibri"/>
              </a:defRPr>
            </a:pPr>
            <a:r>
              <a:t>+2.6pt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6400" y="100584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0260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费比环比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260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-0.9pt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74480" y="100584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068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CPC同比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068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-27.9%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22560" y="100584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9876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CVR同比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9876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+15.5%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1653032"/>
            <a:ext cx="105156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7085"/>
                </a:solidFill>
                <a:latin typeface="Calibri"/>
              </a:defRPr>
            </a:pPr>
            <a:r>
              <a:t>重点店铺：突出 2026H1 推广优化效果；销售指标只在天猫旗舰店 Q2 联合投放情境中补充。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1874519"/>
            <a:ext cx="1280160" cy="62179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195579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天猫数码旗舰店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0" y="1874519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6220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消耗同比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6220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7085"/>
                </a:solidFill>
                <a:latin typeface="Calibri"/>
              </a:defRPr>
            </a:pPr>
            <a:r>
              <a:t>新起盘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34080" y="1874519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1028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消耗环比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028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7085"/>
                </a:solidFill>
                <a:latin typeface="Calibri"/>
              </a:defRPr>
            </a:pPr>
            <a:r>
              <a:t>新起盘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82160" y="1874519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5836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ROI同比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5836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7085"/>
                </a:solidFill>
                <a:latin typeface="Calibri"/>
              </a:defRPr>
            </a:pPr>
            <a:r>
              <a:t>新起盘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30240" y="1874519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0644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ROI环比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0644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7085"/>
                </a:solidFill>
                <a:latin typeface="Calibri"/>
              </a:defRPr>
            </a:pPr>
            <a:r>
              <a:t>新起盘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78320" y="1874519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5452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费比同比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5452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7085"/>
                </a:solidFill>
                <a:latin typeface="Calibri"/>
              </a:defRPr>
            </a:pPr>
            <a:r>
              <a:t>新起盘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26400" y="1874519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0260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费比环比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0260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7085"/>
                </a:solidFill>
                <a:latin typeface="Calibri"/>
              </a:defRPr>
            </a:pPr>
            <a:r>
              <a:t>新起盘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74480" y="1874519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5068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CPC同比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5068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7085"/>
                </a:solidFill>
                <a:latin typeface="Calibri"/>
              </a:defRPr>
            </a:pPr>
            <a:r>
              <a:t>新起盘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322560" y="1874519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9876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CVR同比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9876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7085"/>
                </a:solidFill>
                <a:latin typeface="Calibri"/>
              </a:defRPr>
            </a:pPr>
            <a:r>
              <a:t>新起盘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7240" y="2926080"/>
            <a:ext cx="3200400" cy="136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7240" y="2926080"/>
            <a:ext cx="3200400" cy="50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5040" y="3103880"/>
            <a:ext cx="2844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优化效果：H1 环比修复明确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5040" y="343408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ROI 环比 +10.4%，费比环比 -0.9pt，说明相较 2025H2，旗舰店推广效率明显改善。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5040" y="362458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CPC 同比 -27.9%、CVR 同比 +15.5%，流量成本与承接质量均有正向变化。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160520" y="2926080"/>
            <a:ext cx="3200400" cy="136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160520" y="2926080"/>
            <a:ext cx="3200400" cy="50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38320" y="3103880"/>
            <a:ext cx="2844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ROI环比 +10.4% / 费比环比 -0.9pt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38320" y="343408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2026H1 vs 2025H2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38320" y="362458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同销售费比下降，效率修复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543800" y="2926080"/>
            <a:ext cx="3200400" cy="136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43800" y="2926080"/>
            <a:ext cx="32004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21600" y="3103880"/>
            <a:ext cx="2844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仅保留销售指标：旗舰店 Q2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21600" y="343408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2026 Q2 销售同比 +9.6%，环比 +24.4%。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21600" y="362458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解释口径：平台联合资源与阶段性高费比投入，带动 Q2 销售增长明显。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77240" y="4600000"/>
            <a:ext cx="5029200" cy="12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7240" y="4600000"/>
            <a:ext cx="50292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5040" y="4777800"/>
            <a:ext cx="4673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天猫结论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5040" y="5108000"/>
            <a:ext cx="467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旗舰店是主线，讲清"Q2 销售增长明显，同时 H1 ROI 环比提升、费比环比下降"；数码旗舰店只作为新起盘补充，不展开。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080760" y="4600000"/>
            <a:ext cx="5029200" cy="12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080760" y="4600000"/>
            <a:ext cx="50292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58560" y="4777800"/>
            <a:ext cx="4673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数据口径说明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58560" y="5108000"/>
            <a:ext cx="467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该销售指标只用于说明 Q2 联合投放效果，不作为全页常规指标。所有 KPI 均使用同比/环比百分比口径。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上半年复盘 02：京东店铺表现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最新数据源 / ROI 用同比、环比百分比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36600"/>
            <a:ext cx="10515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京东板块以自营店铺为核心展开：常规复盘去掉销售指标，聚焦消耗收缩、ROI修复、费比下降和流量效率；POP、Mr.Green 自营作为小店补充。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005840"/>
            <a:ext cx="1280160" cy="6217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087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京东自营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00584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6220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消耗同比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220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97316"/>
                </a:solidFill>
                <a:latin typeface="Calibri"/>
              </a:defRPr>
            </a:pPr>
            <a:r>
              <a:t>-13.2%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4080" y="100584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028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消耗环比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028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F4444"/>
                </a:solidFill>
                <a:latin typeface="Calibri"/>
              </a:defRPr>
            </a:pPr>
            <a:r>
              <a:t>-15.8%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82160" y="100584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836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ROI同比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836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+25.3%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30240" y="100584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ROI环比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+36.4%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78320" y="100584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452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费比同比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452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97316"/>
                </a:solidFill>
                <a:latin typeface="Calibri"/>
              </a:defRPr>
            </a:pPr>
            <a:r>
              <a:t>+0.3pt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6400" y="100584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0260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费比环比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260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-1.0pt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74480" y="100584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068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CPC同比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068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-15.4%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22560" y="100584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98760" y="108204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CVR同比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98760" y="125984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+11.4%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1653032"/>
            <a:ext cx="105156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67085"/>
                </a:solidFill>
                <a:latin typeface="Calibri"/>
              </a:defRPr>
            </a:pPr>
            <a:r>
              <a:t>重点店铺：突出 2026H1 推广优化效果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1874519"/>
            <a:ext cx="1280160" cy="6217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195579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京东POP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0" y="1874519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6220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消耗同比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6220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97316"/>
                </a:solidFill>
                <a:latin typeface="Calibri"/>
              </a:defRPr>
            </a:pPr>
            <a:r>
              <a:t>+3.2%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34080" y="1874519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1028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消耗环比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028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F4444"/>
                </a:solidFill>
                <a:latin typeface="Calibri"/>
              </a:defRPr>
            </a:pPr>
            <a:r>
              <a:t>-10.8%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82160" y="1874519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5836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ROI同比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5836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+26.3%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30240" y="1874519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0644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ROI环比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0644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+35.1%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78320" y="1874519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5452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费比同比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5452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97316"/>
                </a:solidFill>
                <a:latin typeface="Calibri"/>
              </a:defRPr>
            </a:pPr>
            <a:r>
              <a:t>+0.1pt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26400" y="1874519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0260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费比环比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0260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-0.6pt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74480" y="1874519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5068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CPC同比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5068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-17.9%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322560" y="1874519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98760" y="1950719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CVR同比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98760" y="2128519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+12.9%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7240" y="2743200"/>
            <a:ext cx="1280160" cy="62179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8680" y="2824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Mr.Green自营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286000" y="274320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62200" y="281940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消耗同比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62200" y="299720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F4444"/>
                </a:solidFill>
                <a:latin typeface="Calibri"/>
              </a:defRPr>
            </a:pPr>
            <a:r>
              <a:t>-19.3%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434080" y="274320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10280" y="281940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消耗环比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10280" y="299720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97316"/>
                </a:solidFill>
                <a:latin typeface="Calibri"/>
              </a:defRPr>
            </a:pPr>
            <a:r>
              <a:t>-7.2%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82160" y="274320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58360" y="281940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ROI同比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58360" y="299720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+8.5%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730240" y="274320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06440" y="281940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ROI环比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06440" y="299720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+6.5%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878320" y="274320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54520" y="281940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费比同比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54520" y="299720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-0.9pt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026400" y="274320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102600" y="281940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费比环比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02600" y="299720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-0.7pt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174480" y="274320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250680" y="281940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CPC同比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50680" y="299720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-12.2%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322560" y="2743200"/>
            <a:ext cx="1097280" cy="62179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398760" y="2819400"/>
            <a:ext cx="89408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67085"/>
                </a:solidFill>
                <a:latin typeface="Calibri"/>
              </a:defRPr>
            </a:pPr>
            <a:r>
              <a:t>CVR同比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98760" y="2997200"/>
            <a:ext cx="89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+2.1%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77240" y="3650000"/>
            <a:ext cx="3200400" cy="136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" y="3650000"/>
            <a:ext cx="3200400" cy="50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55040" y="3827800"/>
            <a:ext cx="2844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优化效果：自营效率提升明显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55040" y="415800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京东自营 ROI 同比 +25.3%、环比 +36.4%，是 H1 推广优化最明确的店铺。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55040" y="434850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费比环比 -1.0pt，CPC 同比 -15.4%、CVR 同比 +11.4%，效率修复具备可持续基础。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160520" y="3650000"/>
            <a:ext cx="3200400" cy="136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160520" y="3650000"/>
            <a:ext cx="3200400" cy="50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338320" y="3827800"/>
            <a:ext cx="2844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ROI环比 +36.4% / 费比环比 -1.0pt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38320" y="415800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2026H1 vs 2025H2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38320" y="434850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同销售费比下降，控费提效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543800" y="3650000"/>
            <a:ext cx="3200400" cy="136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543800" y="3650000"/>
            <a:ext cx="32004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721600" y="3827800"/>
            <a:ext cx="2844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POP / Mr.Green：稍带过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721600" y="415800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京东 POP：ROI 同比 +26.3%、环比 +35.1%，按转化稳定性筛投入。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21600" y="4348500"/>
            <a:ext cx="2844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Mr.Green 自营：ROI +8.5%，费比双降，可承担利润型补充。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77240" y="5300000"/>
            <a:ext cx="5029200" cy="10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77240" y="5300000"/>
            <a:ext cx="50292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55040" y="5477800"/>
            <a:ext cx="4673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京东结论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55040" y="5808000"/>
            <a:ext cx="467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自营是主线，重点讲清"ROI 提升明显、同销售费比下降明显"；POP、Mr.Green 作为补充渠道，按效率阈值筛预算。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下半年规划 01：推广精细化提效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从核心品类关注到全维度监控调优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36600"/>
            <a:ext cx="10515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背景：过去 1 人统筹多店铺、多品类、多运营模式，精力只能优先看核心品类和重点商品；H2 通过推广助理增加与 AI 工具辅助，把监控范围扩展到全品类、全商品层级、全计划维度。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100000"/>
            <a:ext cx="3400000" cy="21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100000"/>
            <a:ext cx="34000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040" y="1252400"/>
            <a:ext cx="31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1. 监控范围升级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040" y="1600000"/>
            <a:ext cx="310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过去：核心品类、爆款商品、主要账户优先，长尾品和细分计划难持续跟踪。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040" y="2020000"/>
            <a:ext cx="310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升级：覆盖平台、店铺、品类、商品、计划、关键词、人群、素材。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040" y="2440000"/>
            <a:ext cx="310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目标：从"事后发现大问题"转向"过程识别小异常"。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7240" y="1100000"/>
            <a:ext cx="3400000" cy="21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7240" y="1100000"/>
            <a:ext cx="3400000" cy="50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5040" y="1252400"/>
            <a:ext cx="31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2. 人力分工升级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5040" y="1600000"/>
            <a:ext cx="310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推广负责人：策略判断、预算分配、平台打法、关键问题决策。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5040" y="2020000"/>
            <a:ext cx="310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推广助理：数据整理、基础监控、异常标记、素材/计划跟进。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5040" y="2440000"/>
            <a:ext cx="310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目标：把负责人从重复拉表中释放出来，把时间投入策略和复盘。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77240" y="1100000"/>
            <a:ext cx="3400000" cy="21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77240" y="1100000"/>
            <a:ext cx="34000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55040" y="1252400"/>
            <a:ext cx="31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3. AI 工具提效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5040" y="1600000"/>
            <a:ext cx="310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AI 负责多维数据处理、异常识别、趋势归因和策略草案。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040" y="2020000"/>
            <a:ext cx="310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人工负责业务判断、动作取舍、执行落地和结果校准。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040" y="2440000"/>
            <a:ext cx="310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目标：提升诊断速度，降低对个人经验的依赖。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550000"/>
            <a:ext cx="2620000" cy="16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550000"/>
            <a:ext cx="26200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640" y="3702400"/>
            <a:ext cx="23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核心爆款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640" y="4100000"/>
            <a:ext cx="2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保排名、保转化、保预算。</a:t>
            </a:r>
            <a:br/>
            <a:r>
              <a:t>重点看 ROI 环比、核心词排名、活动承接。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17240" y="3550000"/>
            <a:ext cx="2620000" cy="16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17240" y="3550000"/>
            <a:ext cx="2620000" cy="50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69640" y="3702400"/>
            <a:ext cx="23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潜力单品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69640" y="4100000"/>
            <a:ext cx="2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测人群、测素材、测场景。</a:t>
            </a:r>
            <a:br/>
            <a:r>
              <a:t>重点看 CPC、CVR、加购和 ROI 趋势。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7240" y="3550000"/>
            <a:ext cx="2620000" cy="16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57240" y="3550000"/>
            <a:ext cx="2620000" cy="5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640" y="3702400"/>
            <a:ext cx="23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97316"/>
                </a:solidFill>
                <a:latin typeface="Calibri"/>
              </a:defRPr>
            </a:pPr>
            <a:r>
              <a:t>新品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9640" y="4100000"/>
            <a:ext cx="2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小预算冷启，先跑模型。</a:t>
            </a:r>
            <a:br/>
            <a:r>
              <a:t>重点看点击率、加购率、素材胜出率。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240" y="3550000"/>
            <a:ext cx="2620000" cy="16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97240" y="3550000"/>
            <a:ext cx="26200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9640" y="3702400"/>
            <a:ext cx="23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中长尾品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9640" y="4100000"/>
            <a:ext cx="2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低预算验证，快速止损。</a:t>
            </a:r>
            <a:br/>
            <a:r>
              <a:t>重点看 ROI 阈值、转化率、费用泄露。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下半年规划 02：赋能品类增长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通过推广数据反推经营动作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36600"/>
            <a:ext cx="10515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目标：推广不只是买流量，而是通过投放组合和数据反馈，帮助品类找到更确定的增长路径，指导货品、价格、内容和活动节奏。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100000"/>
            <a:ext cx="3500000" cy="38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100000"/>
            <a:ext cx="35000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040" y="125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1. 数据反馈：识别机会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040" y="165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按品类/商品监控 ROI、CPC、CVR、点击率、收藏加购和转化趋势。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040" y="230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识别三类机会：低 CPC 高 CVR 的放量机会；高点击低转化的承接问题；高消耗低 ROI 的止损对象。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040" y="295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输出给运营：哪些品类值得加预算，哪些商品需要优化页面、价格或权益。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7240" y="1100000"/>
            <a:ext cx="3500000" cy="38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97240" y="1100000"/>
            <a:ext cx="3500000" cy="50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5040" y="125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2. 组合打法：提升效率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5040" y="165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搜索负责承接明确需求，推荐/场景负责拓新人群，站外种草负责补认知。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5040" y="230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核心品做搜索+推荐联动，潜力品做小预算多场景测试，新品先内容种草再站内承接。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5040" y="295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每类打法都要绑定复盘指标，避免只看投放动作、不看经营结果。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7240" y="1100000"/>
            <a:ext cx="3500000" cy="38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7240" y="1100000"/>
            <a:ext cx="35000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5040" y="125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3. 经营协同：放大结果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5040" y="165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推广结论同步给商品、运营、供应链：爆款备货、价格策略、详情页承接、活动资源申请。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5040" y="230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大促前做货品池和预算池联审，避免推广有流量但库存、权益、页面承接不足。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5040" y="295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沉淀品类推广打法，形成可复用的增长模型。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200000"/>
            <a:ext cx="10515600" cy="65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200000"/>
            <a:ext cx="105156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327000"/>
            <a:ext cx="98755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核心输出：从"投放复盘表"升级为"品类增长建议表"，让推广数据真正指导经营动作。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下半年规划 03：渠道策略方向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天猫 / 京东 / 拼多多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36600"/>
            <a:ext cx="10515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核心逻辑：渠道策略不再用同一套 ROI 标准一刀切，而是按平台角色分配目标、预算和考核指标；天猫抢市场，京东提效率，拼多多先诊断后扩量。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050000"/>
            <a:ext cx="3500000" cy="42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050000"/>
            <a:ext cx="35000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040" y="120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天猫：平台联合 + 高费比阶段抢占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040" y="160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角色定位：品牌主阵地和市场份额承接渠道。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040" y="218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策略重点：围绕平台联合资源、活动节点和核心爆款，阶段性接受高费比换取市场曝光与销售增长。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040" y="276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执行动作：核心词卡位、推荐扩量、UD 站外引流、内容种草回流。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040" y="334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管理边界：高费比必须绑定活动目标、商品池和承接结果，避免无目标放量。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7240" y="1050000"/>
            <a:ext cx="3500000" cy="42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7240" y="1050000"/>
            <a:ext cx="3500000" cy="50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5040" y="120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A34A"/>
                </a:solidFill>
                <a:latin typeface="Calibri"/>
              </a:defRPr>
            </a:pPr>
            <a:r>
              <a:t>京东：效率优先 + 爆品恢复弹性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5040" y="160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角色定位：效率修复和利润稳定渠道。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5040" y="218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策略重点：以京东自营为主，守住高 ROI 计划，同时恢复核心品类与爆品扩量。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5040" y="276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执行动作：关键词质量分、人群分层、低效词清理、爆品预算保护。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5040" y="334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管理边界：优先看 ROI 环比、费比环比、CPC/CVR 变化，防止只控费不增长。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7240" y="1050000"/>
            <a:ext cx="3500000" cy="42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7240" y="1050000"/>
            <a:ext cx="35000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5040" y="120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DD4BF"/>
                </a:solidFill>
                <a:latin typeface="Calibri"/>
              </a:defRPr>
            </a:pPr>
            <a:r>
              <a:t>拼多多：账户诊断 + 规则先行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5040" y="160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角色定位：9 月接手后的新增提效场。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5040" y="218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策略重点：不急于规模放量，先完成账户体检、商品分层、计划结构和投放规则搭建。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5040" y="276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执行动作：搜索/场景基础计划、可投商品池、素材测试、ROI 阈值和低效止损机制。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5040" y="3340000"/>
            <a:ext cx="32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管理边界：先跑通方法，再放大预算，避免接手初期粗放消耗。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组织升级 01：组织成员管理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能力建设 / 分工机制 / 降低关键人员依赖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36600"/>
            <a:ext cx="10515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核心目标：把推广负责人个人经验拆成团队可执行的方法，让推广助理、运营和品类负责人能围绕同一套指标协作，逐步降低业务对单一关键人员经验的依赖。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100000"/>
            <a:ext cx="3500000" cy="39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100000"/>
            <a:ext cx="35000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040" y="125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DD4BF"/>
                </a:solidFill>
                <a:latin typeface="Calibri"/>
              </a:defRPr>
            </a:pPr>
            <a:r>
              <a:t>1. 能力短板：从操作能力到经营判断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040" y="165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当前问题：成员能做基础执行，但对平台机制、商品层级和预算节奏的判断不足。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040" y="233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能力方向：从"会建计划、会调价"升级为"会看趋势、会归因、会判断扩量/止损"。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040" y="301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培养重点：ROI/费比/CPC/CVR 联动分析，商品池分层，活动节奏与推广节奏匹配。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7240" y="1100000"/>
            <a:ext cx="3500000" cy="39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97240" y="1100000"/>
            <a:ext cx="35000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5040" y="125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2. 分工机制：负责人 + 助理协同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5040" y="165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推广负责人：负责平台策略、预算分配、关键账户诊断、跨部门协同。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5040" y="233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推广助理：负责日报数据整理、异常初筛、基础计划跟进、素材和关键词清单维护。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5040" y="301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协同方式：助理先筛异常，负责人判断优先级并给动作，复盘后沉淀为 SOP。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7240" y="1100000"/>
            <a:ext cx="3500000" cy="39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7240" y="1100000"/>
            <a:ext cx="3500000" cy="50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5040" y="125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A34A"/>
                </a:solidFill>
                <a:latin typeface="Calibri"/>
              </a:defRPr>
            </a:pPr>
            <a:r>
              <a:t>3. 标准沉淀：减少经验黑箱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5040" y="165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建立商品分层 SOP：核心爆款、潜力单品、新品、中长尾品分别对应投放规则。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5040" y="233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建立异常处理清单：ROI 下滑、费比上升、CPC 异常、CVR 波动、消耗突增对应排查路径。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5040" y="301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建立复盘机制：周看计划、月看平台、活动看商品和承接，把经验转成团队资产。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组织升级 02：AI 赋能团队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AI 策略与实际工作结合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36600"/>
            <a:ext cx="10515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目标：AI 不替代推广判断，而是提升数据处理、问题定位和策略草案效率；人工负责业务判断、动作取舍、执行落地和复盘纠偏。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050000"/>
            <a:ext cx="3500000" cy="39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050000"/>
            <a:ext cx="35000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040" y="120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1. AI 多维数据处理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040" y="160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把平台、店铺、商品、计划、关键词数据结构化，自动识别消耗、ROI、CPC、CVR 的异常变化。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040" y="228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从"人工拉表找问题"升级为"AI 先筛异常，人工判断原因"。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040" y="296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优先建立日报异常提醒和周度复盘摘要。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7240" y="1050000"/>
            <a:ext cx="3500000" cy="39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97240" y="1050000"/>
            <a:ext cx="3500000" cy="50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5040" y="120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A34A"/>
                </a:solidFill>
                <a:latin typeface="Calibri"/>
              </a:defRPr>
            </a:pPr>
            <a:r>
              <a:t>2. AI 快速定位核心问题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5040" y="160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由总到细：先看平台，再看店铺，再看商品，再看计划/关键词。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5040" y="228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建立核心指标模块：消耗、ROI、CPC、CVR、点击率、加购、转化。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5040" y="296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让 AI 输出可能原因：流量成本、转化承接、预算节奏、商品竞争力、活动资源。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7240" y="1050000"/>
            <a:ext cx="3500000" cy="39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7240" y="1050000"/>
            <a:ext cx="35000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5040" y="1202400"/>
            <a:ext cx="32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DD4BF"/>
                </a:solidFill>
                <a:latin typeface="Calibri"/>
              </a:defRPr>
            </a:pPr>
            <a:r>
              <a:t>3. AI 专业策略输出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5040" y="160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沉淀推广指令库：不同异常场景对应不同分析指令和优化建议。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5040" y="228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运营提出组合问题，AI 生成策略草案，推广负责人校验后指导实操。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5040" y="2960000"/>
            <a:ext cx="3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降低推广指导成本，让团队更快形成标准化判断。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01600"/>
            <a:ext cx="7315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H2 行动节奏与协同机制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7800"/>
            <a:ext cx="3200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MILESTONE &amp;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36600"/>
            <a:ext cx="10515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把 H2 规划落到时间表：先建规则，再接渠道，再打大促，最后沉淀年度方法。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050000"/>
            <a:ext cx="3400000" cy="24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050000"/>
            <a:ext cx="34000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040" y="1202400"/>
            <a:ext cx="30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63EB"/>
                </a:solidFill>
                <a:latin typeface="Calibri"/>
              </a:defRPr>
            </a:pPr>
            <a:r>
              <a:t>7-8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040" y="160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完善商品分层规则、周度复盘模板和异常处理清单。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040" y="198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明确天猫、京东预算阈值和重点商品池。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040" y="236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接手拼多多，完成账户诊断、商品分层、计划结构梳理。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040" y="274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建立搜索/场景基础投放规则。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240" y="1050000"/>
            <a:ext cx="3400000" cy="24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240" y="1050000"/>
            <a:ext cx="3400000" cy="50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5040" y="1202400"/>
            <a:ext cx="30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6A34A"/>
                </a:solidFill>
                <a:latin typeface="Calibri"/>
              </a:defRPr>
            </a:pPr>
            <a:r>
              <a:t>10-11 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5040" y="160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围绕双11执行预算节奏、爆品保护、低效止损。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5040" y="198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大促后复盘平台、商品、素材和承接问题。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040" y="236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拼多多小规模参与双11验证。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7240" y="1050000"/>
            <a:ext cx="3400000" cy="24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17240" y="1050000"/>
            <a:ext cx="340000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5040" y="1202400"/>
            <a:ext cx="30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DD4BF"/>
                </a:solidFill>
                <a:latin typeface="Calibri"/>
              </a:defRPr>
            </a:pPr>
            <a:r>
              <a:t>12 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95040" y="160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沉淀年度推广手册、AI 指令库和品类打法库。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95040" y="198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输出 2027 年预算与渠道规划建议。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5040" y="236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7C6D8"/>
                </a:solidFill>
                <a:latin typeface="Calibri"/>
              </a:defRPr>
            </a:pPr>
            <a:r>
              <a:t>团队能力评估和下一年度培养计划。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7240" y="2150000"/>
            <a:ext cx="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7240" y="2150000"/>
            <a:ext cx="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800000"/>
            <a:ext cx="10515600" cy="130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3800000"/>
            <a:ext cx="105156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927000"/>
            <a:ext cx="300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协同机制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300000"/>
            <a:ext cx="1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周度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77240" y="4300000"/>
            <a:ext cx="8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推广与运营同步异常和动作；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550000"/>
            <a:ext cx="1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月度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77240" y="4550000"/>
            <a:ext cx="8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推广输出品类增长建议；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800000"/>
            <a:ext cx="1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大促前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77240" y="4800000"/>
            <a:ext cx="8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7C6D8"/>
                </a:solidFill>
                <a:latin typeface="Calibri"/>
              </a:defRPr>
            </a:pPr>
            <a:r>
              <a:t>推广、运营、商品、供应链做货品池、预算池、资源位、页面承接联审。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-1371600"/>
            <a:ext cx="6858000" cy="68580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5029200" cy="50292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200400"/>
            <a:ext cx="36576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500000"/>
            <a:ext cx="1219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让增长更可控，让效率更稳定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