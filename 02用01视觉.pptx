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1A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029200" cy="5029200"/>
          </a:xfrm>
          <a:prstGeom prst="ellipse">
            <a:avLst/>
          </a:prstGeom>
          <a:solidFill>
            <a:srgbClr val="1E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50800" cy="25603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5F0"/>
                </a:solidFill>
                <a:latin typeface="Calibri"/>
              </a:defRPr>
            </a:pPr>
            <a:r>
              <a:t>E-commerce Promotion Mid-Year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H1 平台复盘 / H2 三大规划 / 组织升级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17520"/>
            <a:ext cx="5486400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汇报时间：2026.07.23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0000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部门：电商推广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D00"/>
                </a:solidFill>
                <a:latin typeface="Calibri"/>
              </a:defRPr>
            </a:pPr>
            <a:r>
              <a:t>从投放执行到增长经营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3108960" cy="6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565C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上半年复盘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169"/>
                </a:solidFill>
                <a:latin typeface="Calibri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320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3200" y="1097280"/>
            <a:ext cx="310896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800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6D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下半年规划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169"/>
                </a:solidFill>
                <a:latin typeface="Calibri"/>
              </a:defRPr>
            </a:pPr>
            <a:r>
              <a:t>围绕商品分层、品类增长和渠道策略，形成可执行的投放打法。</a:t>
            </a:r>
            <a:br/>
            <a:r>
              <a:t>把预算、人群、关键词、素材和止损规则落到具体经营场景。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916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49160" y="1097280"/>
            <a:ext cx="31089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396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7C3AE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9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组织升级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396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169"/>
                </a:solidFill>
                <a:latin typeface="Calibri"/>
              </a:defRPr>
            </a:pPr>
            <a:r>
              <a:t>通过成员能力建设、协同机制和 AI 工具化，降低对个人经验的依赖。</a:t>
            </a:r>
            <a:br/>
            <a:r>
              <a:t>让数据诊断、策略输出和复盘沉淀成为团队稳定能力。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14800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4800"/>
            <a:ext cx="105156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67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48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上半年复盘 01：天猫店铺表现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最新数据源 / ROI 用同比、环比百分比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补充销售增长，用于说明平台联合高费比投入的阶段性效果。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05840"/>
            <a:ext cx="1280160" cy="62179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87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天猫旗舰店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22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+30.3%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0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02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2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-0.8%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21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83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3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+39.3%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024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+10.4%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832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452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52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+2.6pt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64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6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-0.9pt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44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06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06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-27.9%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225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87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87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+15.5%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1653032"/>
            <a:ext cx="10515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Calibri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1874519"/>
            <a:ext cx="1280160" cy="62179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1955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22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22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40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02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02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21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83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83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024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7832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452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52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64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26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26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744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06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06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225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87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87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292608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2926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04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04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ROI 环比 +10.4%，费比环比 -0.9pt，说明相较 2025H2，旗舰店推广效率明显改善。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04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CPC 同比 -27.9%、CVR 同比 +15.5%，流量成本与承接质量均有正向变化。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60520" y="292608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0520" y="2926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3832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ROI环比 +10.4% / 费比环比 -0.9pt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832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2026H1 vs 2025H2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3832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同销售费比下降，效率修复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3800" y="292608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43800" y="2926080"/>
            <a:ext cx="32004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160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仅保留销售指标：旗舰店 Q2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160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2026 Q2 销售同比 +9.6%，环比 +24.4%。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160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解释口径：平台联合资源与阶段性高费比投入，带动 Q2 销售增长明显。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" y="4600000"/>
            <a:ext cx="502920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7240" y="4600000"/>
            <a:ext cx="50292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5040" y="47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天猫结论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040" y="51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旗舰店是主线，讲清"Q2 销售增长明显，同时 H1 ROI 环比提升、费比环比下降"；数码旗舰店只作为新起盘补充，不展开。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80760" y="4600000"/>
            <a:ext cx="502920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80760" y="4600000"/>
            <a:ext cx="50292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58560" y="47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97B"/>
                </a:solidFill>
                <a:latin typeface="Calibri"/>
              </a:defRPr>
            </a:pPr>
            <a:r>
              <a:t>数据口径说明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58560" y="51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该销售指标只用于说明 Q2 联合投放效果，不作为全页常规指标。所有 KPI 均使用同比/环比百分比口径。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上半年复盘 02：京东店铺表现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最新数据源 / ROI 用同比、环比百分比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05840"/>
            <a:ext cx="1280160" cy="62179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87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京东自营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22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-13.2%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0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02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2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-15.8%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21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83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3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+25.3%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024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+36.4%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832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452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52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+0.3pt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64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6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-1.0pt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44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06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06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-15.4%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225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87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87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+11.4%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1653032"/>
            <a:ext cx="10515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Calibri"/>
              </a:defRPr>
            </a:pPr>
            <a:r>
              <a:t>重点店铺：突出 2026H1 推广优化效果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1874519"/>
            <a:ext cx="1280160" cy="62179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1955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22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22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40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02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02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21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83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83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024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7832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452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52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64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26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26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744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06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06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225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87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87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+12.9%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2743200"/>
            <a:ext cx="1280160" cy="6217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282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Mr.Green自营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220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6220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-19.3%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3408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1028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028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-7.2%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8216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836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836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+8.5%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3024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0644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+6.5%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7832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5452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5452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-0.9pt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2640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0260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0260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-0.7pt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7448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5068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5068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-12.2%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22560" y="274320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9876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876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+2.1%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7240" y="365000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" y="365000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504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优化效果：自营效率提升明显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504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京东自营 ROI 同比 +25.3%、环比 +36.4%，是 H1 推广优化最明确的店铺。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504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费比环比 -1.0pt，CPC 同比 -15.4%、CVR 同比 +11.4%，效率修复具备可持续基础。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60520" y="365000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60520" y="365000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3832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ROI环比 +36.4% / 费比环比 -1.0pt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832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2026H1 vs 2025H2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3832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同销售费比下降，控费提效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543800" y="3650000"/>
            <a:ext cx="3200400" cy="13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43800" y="3650000"/>
            <a:ext cx="32004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2160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POP / Mr.Green：稍带过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2160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京东 POP：ROI 同比 +26.3%、环比 +35.1%，按转化稳定性筛投入。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2160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Mr.Green 自营：ROI +8.5%，费比双降，可承担利润型补充。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7240" y="5300000"/>
            <a:ext cx="5029200" cy="10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77240" y="5300000"/>
            <a:ext cx="50292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5040" y="54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京东结论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5040" y="58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自营是主线，重点讲清"ROI 提升明显、同销售费比下降明显"；POP、Mr.Green 作为补充渠道，按效率阈值筛预算。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01：推广精细化提效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从核心品类关注到全维度监控调优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工具辅助，把监控范围扩展到全品类、全商品层级、全计划维度。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400000" cy="2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40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1. 监控范围升级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过去：核心品类、爆款商品、主要账户优先，长尾品和细分计划难持续跟踪。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升级：覆盖平台、店铺、品类、商品、计划、关键词、人群、素材。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目标：从"事后发现大问题"转向"过程识别小异常"。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7240" y="1100000"/>
            <a:ext cx="3400000" cy="2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7240" y="1100000"/>
            <a:ext cx="34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推广负责人：策略判断、预算分配、平台打法、关键问题决策。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推广助理：数据整理、基础监控、异常标记、素材/计划跟进。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目标：把负责人从重复拉表中释放出来，把时间投入策略和复盘。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77240" y="1100000"/>
            <a:ext cx="3400000" cy="2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240" y="1100000"/>
            <a:ext cx="3400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3. AI 工具提效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AI 负责多维数据处理、异常识别、趋势归因和策略草案。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人工负责业务判断、动作取舍、执行落地和结果校准。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目标：提升诊断速度，降低对个人经验的依赖。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550000"/>
            <a:ext cx="2620000" cy="1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550000"/>
            <a:ext cx="262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核心爆款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保排名、保转化、保预算。</a:t>
            </a:r>
            <a:br/>
            <a:r>
              <a:t>重点看 ROI 环比、核心词排名、活动承接。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17240" y="3550000"/>
            <a:ext cx="2620000" cy="1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7240" y="3550000"/>
            <a:ext cx="2620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潜力单品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测人群、测素材、测场景。</a:t>
            </a:r>
            <a:br/>
            <a:r>
              <a:t>重点看 CPC、CVR、加购和 ROI 趋势。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7240" y="3550000"/>
            <a:ext cx="2620000" cy="1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57240" y="3550000"/>
            <a:ext cx="262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新品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小预算冷启，先跑模型。</a:t>
            </a:r>
            <a:br/>
            <a:r>
              <a:t>重点看点击率、加购率、素材胜出率。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240" y="3550000"/>
            <a:ext cx="2620000" cy="1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97240" y="3550000"/>
            <a:ext cx="2620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中长尾品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低预算验证，快速止损。</a:t>
            </a:r>
            <a:br/>
            <a:r>
              <a:t>重点看 ROI 阈值、转化率、费用泄露。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02：赋能品类增长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通过推广数据反推经营动作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500000" cy="3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50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1. 数据反馈：识别机会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按品类/商品监控 ROI、CPC、CVR、点击率、收藏加购和转化趋势。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识别三类机会：低 CPC 高 CVR 的放量机会；高点击低转化的承接问题；高消耗低 ROI 的止损对象。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输出给运营：哪些品类值得加预算，哪些商品需要优化页面、价格或权益。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100000"/>
            <a:ext cx="3500000" cy="3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100000"/>
            <a:ext cx="35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搜索负责承接明确需求，推荐/场景负责拓新人群，站外种草负责补认知。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核心品做搜索+推荐联动，潜力品做小预算多场景测试，新品先内容种草再站内承接。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每类打法都要绑定复盘指标，避免只看投放动作、不看经营结果。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100000"/>
            <a:ext cx="3500000" cy="3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100000"/>
            <a:ext cx="3500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3. 经营协同：放大结果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推广结论同步给商品、运营、供应链：爆款备货、价格策略、详情页承接、活动资源申请。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大促前做货品池和预算池联审，避免推广有流量但库存、权益、页面承接不足。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沉淀品类推广打法，形成可复用的增长模型。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00000"/>
            <a:ext cx="10515600" cy="6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200000"/>
            <a:ext cx="105156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27000"/>
            <a:ext cx="9875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03：渠道策略方向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天猫 / 京东 / 拼多多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500000" cy="4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50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Calibri"/>
              </a:defRPr>
            </a:pPr>
            <a:r>
              <a:t>天猫：平台联合 + 高费比阶段抢占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角色定位：品牌主阵地和市场份额承接渠道。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策略重点：围绕平台联合资源、活动节点和核心爆款，阶段性接受高费比换取市场曝光与销售增长。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执行动作：核心词卡位、推荐扩量、UD 站外引流、内容种草回流。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管理边界：高费比必须绑定活动目标、商品池和承接结果，避免无目标放量。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7240" y="1050000"/>
            <a:ext cx="3500000" cy="4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7240" y="1050000"/>
            <a:ext cx="35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D00"/>
                </a:solidFill>
                <a:latin typeface="Calibri"/>
              </a:defRPr>
            </a:pPr>
            <a:r>
              <a:t>京东：效率优先 + 爆品恢复弹性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角色定位：效率修复和利润稳定渠道。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策略重点：以京东自营为主，守住高 ROI 计划，同时恢复核心品类与爆品扩量。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执行动作：关键词质量分、人群分层、低效词清理、爆品预算保护。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管理边界：优先看 ROI 环比、费比环比、CPC/CVR 变化，防止只控费不增长。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7240" y="1050000"/>
            <a:ext cx="3500000" cy="4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7240" y="1050000"/>
            <a:ext cx="35000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897B"/>
                </a:solidFill>
                <a:latin typeface="Calibri"/>
              </a:defRPr>
            </a:pPr>
            <a:r>
              <a:t>拼多多：账户诊断 + 规则先行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角色定位：9 月接手后的新增提效场。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策略重点：不急于规模放量，先完成账户体检、商品分层、计划结构和投放规则搭建。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执行动作：搜索/场景基础计划、可投商品池、素材测试、ROI 阈值和低效止损机制。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管理边界：先跑通方法，再放大预算，避免接手初期粗放消耗。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组织升级 01：组织成员管理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能力建设 / 分工机制 / 降低关键人员依赖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500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1. 能力短板：从操作能力到经营判断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当前问题：成员能做基础执行，但对平台机制、商品层级和预算节奏的判断不足。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能力方向：从"会建计划、会调价"升级为"会看趋势、会归因、会判断扩量/止损"。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培养重点：ROI/费比/CPC/CVR 联动分析，商品池分层，活动节奏与推广节奏匹配。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10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100000"/>
            <a:ext cx="35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D00"/>
                </a:solidFill>
                <a:latin typeface="Calibri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推广负责人：负责平台策略、预算分配、关键账户诊断、跨部门协同。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推广助理：负责日报数据整理、异常初筛、基础计划跟进、素材和关键词清单维护。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协同方式：助理先筛异常，负责人判断优先级并给动作，复盘后沉淀为 SOP。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10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100000"/>
            <a:ext cx="35000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897B"/>
                </a:solidFill>
                <a:latin typeface="Calibri"/>
              </a:defRPr>
            </a:pPr>
            <a:r>
              <a:t>3. 标准沉淀：减少经验黑箱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建立商品分层 SOP：核心爆款、潜力单品、新品、中长尾品分别对应投放规则。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建立异常处理清单：ROI 下滑、费比上升、CPC 异常、CVR 波动、消耗突增对应排查路径。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建立复盘机制：周看计划、月看平台、活动看商品和承接，把经验转成团队资产。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组织升级 02：AI 赋能团队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AI 策略与实际工作结合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50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Calibri"/>
              </a:defRPr>
            </a:pPr>
            <a:r>
              <a:t>1. AI 多维数据处理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把平台、店铺、商品、计划、关键词数据结构化，自动识别消耗、ROI、CPC、CVR 的异常变化。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从"人工拉表找问题"升级为"AI 先筛异常，人工判断原因"。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优先建立日报异常提醒和周度复盘摘要。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05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050000"/>
            <a:ext cx="35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D00"/>
                </a:solidFill>
                <a:latin typeface="Calibri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由总到细：先看平台，再看店铺，再看商品，再看计划/关键词。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建立核心指标模块：消耗、ROI、CPC、CVR、点击率、加购、转化。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让 AI 输出可能原因：流量成本、转化承接、预算节奏、商品竞争力、活动资源。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050000"/>
            <a:ext cx="3500000" cy="3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050000"/>
            <a:ext cx="3500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3. AI 专业策略输出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沉淀推广指令库：不同异常场景对应不同分析指令和优化建议。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运营提出组合问题，AI 生成策略草案，推广负责人校验后指导实操。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降低推广指导成本，让团队更快形成标准化判断。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H2 行动节奏与协同机制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Calibri"/>
              </a:defRPr>
            </a:pPr>
            <a:r>
              <a:t>MILESTONE &amp;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400000" cy="24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4000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65C0"/>
                </a:solidFill>
                <a:latin typeface="Calibri"/>
              </a:defRPr>
            </a:pPr>
            <a:r>
              <a:t>7-8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完善商品分层规则、周度复盘模板和异常处理清单。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明确天猫、京东预算阈值和重点商品池。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接手拼多多，完成账户诊断、商品分层、计划结构梳理。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40" y="274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建立搜索/场景基础投放规则。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240" y="1050000"/>
            <a:ext cx="3400000" cy="24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240" y="1050000"/>
            <a:ext cx="34000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D00"/>
                </a:solidFill>
                <a:latin typeface="Calibri"/>
              </a:defRPr>
            </a:pPr>
            <a:r>
              <a:t>10-11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围绕双11执行预算节奏、爆品保护、低效止损。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大促后复盘平台、商品、素材和承接问题。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拼多多小规模参与双11验证。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7240" y="1050000"/>
            <a:ext cx="3400000" cy="24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7240" y="1050000"/>
            <a:ext cx="3400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12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沉淀年度推广手册、AI 指令库和品类打法库。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输出 2027 年预算与渠道规划建议。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Calibri"/>
              </a:defRPr>
            </a:pPr>
            <a:r>
              <a:t>团队能力评估和下一年度培养计划。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40" y="2150000"/>
            <a:ext cx="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7240" y="2150000"/>
            <a:ext cx="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800000"/>
            <a:ext cx="10515600" cy="13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800000"/>
            <a:ext cx="105156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270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协同机制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Calibri"/>
              </a:defRPr>
            </a:pPr>
            <a:r>
              <a:t>周度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7240" y="430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推广与运营同步异常和动作；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55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Calibri"/>
              </a:defRPr>
            </a:pPr>
            <a:r>
              <a:t>月度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7240" y="455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推广输出品类增长建议；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Calibri"/>
              </a:defRPr>
            </a:pPr>
            <a:r>
              <a:t>大促前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7240" y="480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Calibri"/>
              </a:defRPr>
            </a:pPr>
            <a:r>
              <a:t>推广、运营、商品、供应链做货品池、预算池、资源位、页面承接联审。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1A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029200" cy="5029200"/>
          </a:xfrm>
          <a:prstGeom prst="ellipse">
            <a:avLst/>
          </a:prstGeom>
          <a:solidFill>
            <a:srgbClr val="1E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657600" cy="25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500000"/>
            <a:ext cx="1219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BD5F0"/>
                </a:solidFill>
                <a:latin typeface="Calibri"/>
              </a:defRPr>
            </a:pPr>
            <a:r>
              <a:t>让增长更可控，让效率更稳定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